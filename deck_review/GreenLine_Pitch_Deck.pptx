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1" r:id="rId19"/>
    <p:sldId id="280" r:id="rId20"/>
    <p:sldId id="279" r:id="rId21"/>
    <p:sldId id="276" r:id="rId22"/>
    <p:sldId id="275" r:id="rId23"/>
    <p:sldId id="278" r:id="rId24"/>
    <p:sldId id="277" r:id="rId25"/>
    <p:sldId id="28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2ABB51-6734-A876-C041-923404060462}" v="250" dt="2026-04-28T17:00:01.819"/>
    <p1510:client id="{22EE8DC7-053E-6D8B-8E6C-EF54D998C097}" v="3" dt="2026-04-28T00:58:33.404"/>
    <p1510:client id="{28765244-EDD1-8CCC-6C0F-4F96A12D7C43}" v="15" dt="2026-04-28T03:30:10.497"/>
    <p1510:client id="{2A57A927-8720-F1DC-EFE4-61E03DCC1166}" v="6" dt="2026-04-28T13:31:34.239"/>
    <p1510:client id="{343C2052-1917-DA1C-D983-2F240E4AD195}" v="53" dt="2026-04-28T21:14:16.594"/>
    <p1510:client id="{352A465C-6175-2EE9-5F24-CDF66351B605}" v="7" dt="2026-04-28T01:16:05.941"/>
    <p1510:client id="{3E67026F-8A14-F647-AEF2-867953349AE4}" v="5" dt="2026-04-28T16:36:42.495"/>
    <p1510:client id="{C5CEE265-8166-1A53-8245-3C0C6A63F661}" v="33" dt="2026-04-28T12:46:07.259"/>
    <p1510:client id="{EFEECF6F-504D-B0FC-F55C-787DD952A6E3}" v="512" dt="2026-04-28T01:56:51.820"/>
    <p1510:client id="{F026A39D-68D7-25A2-AF57-88C871C5D12C}" v="2" dt="2026-04-28T15:18:54.738"/>
    <p1510:client id="{F09CED29-A85C-E0A5-593D-5354480ABB98}" v="39" dt="2026-04-28T16:51:58.4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nelly, Connor James" userId="S::condonn@iu.edu::e50f7690-f9c7-4d51-bc4c-5fba0fa60270" providerId="AD" clId="Web-{F026A39D-68D7-25A2-AF57-88C871C5D12C}"/>
    <pc:docChg chg="modSld">
      <pc:chgData name="Donnelly, Connor James" userId="S::condonn@iu.edu::e50f7690-f9c7-4d51-bc4c-5fba0fa60270" providerId="AD" clId="Web-{F026A39D-68D7-25A2-AF57-88C871C5D12C}" dt="2026-04-28T15:18:54.738" v="1" actId="1076"/>
      <pc:docMkLst>
        <pc:docMk/>
      </pc:docMkLst>
      <pc:sldChg chg="modSp">
        <pc:chgData name="Donnelly, Connor James" userId="S::condonn@iu.edu::e50f7690-f9c7-4d51-bc4c-5fba0fa60270" providerId="AD" clId="Web-{F026A39D-68D7-25A2-AF57-88C871C5D12C}" dt="2026-04-28T15:18:54.738" v="1" actId="1076"/>
        <pc:sldMkLst>
          <pc:docMk/>
          <pc:sldMk cId="0" sldId="268"/>
        </pc:sldMkLst>
        <pc:spChg chg="mod">
          <ac:chgData name="Donnelly, Connor James" userId="S::condonn@iu.edu::e50f7690-f9c7-4d51-bc4c-5fba0fa60270" providerId="AD" clId="Web-{F026A39D-68D7-25A2-AF57-88C871C5D12C}" dt="2026-04-28T15:18:54.738" v="1" actId="1076"/>
          <ac:spMkLst>
            <pc:docMk/>
            <pc:sldMk cId="0" sldId="268"/>
            <ac:spMk id="2" creationId="{00000000-0000-0000-0000-000000000000}"/>
          </ac:spMkLst>
        </pc:spChg>
      </pc:sldChg>
      <pc:sldChg chg="modSp">
        <pc:chgData name="Donnelly, Connor James" userId="S::condonn@iu.edu::e50f7690-f9c7-4d51-bc4c-5fba0fa60270" providerId="AD" clId="Web-{F026A39D-68D7-25A2-AF57-88C871C5D12C}" dt="2026-04-28T15:16:44.764" v="0" actId="1076"/>
        <pc:sldMkLst>
          <pc:docMk/>
          <pc:sldMk cId="1536173005" sldId="277"/>
        </pc:sldMkLst>
        <pc:spChg chg="mod">
          <ac:chgData name="Donnelly, Connor James" userId="S::condonn@iu.edu::e50f7690-f9c7-4d51-bc4c-5fba0fa60270" providerId="AD" clId="Web-{F026A39D-68D7-25A2-AF57-88C871C5D12C}" dt="2026-04-28T15:16:44.764" v="0" actId="1076"/>
          <ac:spMkLst>
            <pc:docMk/>
            <pc:sldMk cId="1536173005" sldId="277"/>
            <ac:spMk id="90" creationId="{5057A0C5-D83F-603D-FEB1-1FB52339D815}"/>
          </ac:spMkLst>
        </pc:spChg>
      </pc:sldChg>
    </pc:docChg>
  </pc:docChgLst>
  <pc:docChgLst>
    <pc:chgData name="Donnelly, Connor James" userId="S::condonn@iu.edu::e50f7690-f9c7-4d51-bc4c-5fba0fa60270" providerId="AD" clId="Web-{F09CED29-A85C-E0A5-593D-5354480ABB98}"/>
    <pc:docChg chg="modSld">
      <pc:chgData name="Donnelly, Connor James" userId="S::condonn@iu.edu::e50f7690-f9c7-4d51-bc4c-5fba0fa60270" providerId="AD" clId="Web-{F09CED29-A85C-E0A5-593D-5354480ABB98}" dt="2026-04-28T16:51:58.417" v="35" actId="20577"/>
      <pc:docMkLst>
        <pc:docMk/>
      </pc:docMkLst>
      <pc:sldChg chg="modSp">
        <pc:chgData name="Donnelly, Connor James" userId="S::condonn@iu.edu::e50f7690-f9c7-4d51-bc4c-5fba0fa60270" providerId="AD" clId="Web-{F09CED29-A85C-E0A5-593D-5354480ABB98}" dt="2026-04-28T16:44:47.523" v="0" actId="20577"/>
        <pc:sldMkLst>
          <pc:docMk/>
          <pc:sldMk cId="0" sldId="260"/>
        </pc:sldMkLst>
        <pc:spChg chg="mod">
          <ac:chgData name="Donnelly, Connor James" userId="S::condonn@iu.edu::e50f7690-f9c7-4d51-bc4c-5fba0fa60270" providerId="AD" clId="Web-{F09CED29-A85C-E0A5-593D-5354480ABB98}" dt="2026-04-28T16:44:47.523" v="0" actId="20577"/>
          <ac:spMkLst>
            <pc:docMk/>
            <pc:sldMk cId="0" sldId="260"/>
            <ac:spMk id="13" creationId="{00000000-0000-0000-0000-000000000000}"/>
          </ac:spMkLst>
        </pc:spChg>
      </pc:sldChg>
      <pc:sldChg chg="modSp">
        <pc:chgData name="Donnelly, Connor James" userId="S::condonn@iu.edu::e50f7690-f9c7-4d51-bc4c-5fba0fa60270" providerId="AD" clId="Web-{F09CED29-A85C-E0A5-593D-5354480ABB98}" dt="2026-04-28T16:50:12.385" v="11" actId="20577"/>
        <pc:sldMkLst>
          <pc:docMk/>
          <pc:sldMk cId="0" sldId="264"/>
        </pc:sldMkLst>
        <pc:spChg chg="mod">
          <ac:chgData name="Donnelly, Connor James" userId="S::condonn@iu.edu::e50f7690-f9c7-4d51-bc4c-5fba0fa60270" providerId="AD" clId="Web-{F09CED29-A85C-E0A5-593D-5354480ABB98}" dt="2026-04-28T16:50:12.385" v="11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Donnelly, Connor James" userId="S::condonn@iu.edu::e50f7690-f9c7-4d51-bc4c-5fba0fa60270" providerId="AD" clId="Web-{F09CED29-A85C-E0A5-593D-5354480ABB98}" dt="2026-04-28T16:50:57.213" v="24" actId="20577"/>
        <pc:sldMkLst>
          <pc:docMk/>
          <pc:sldMk cId="0" sldId="265"/>
        </pc:sldMkLst>
        <pc:spChg chg="mod">
          <ac:chgData name="Donnelly, Connor James" userId="S::condonn@iu.edu::e50f7690-f9c7-4d51-bc4c-5fba0fa60270" providerId="AD" clId="Web-{F09CED29-A85C-E0A5-593D-5354480ABB98}" dt="2026-04-28T16:50:57.213" v="24" actId="2057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Donnelly, Connor James" userId="S::condonn@iu.edu::e50f7690-f9c7-4d51-bc4c-5fba0fa60270" providerId="AD" clId="Web-{F09CED29-A85C-E0A5-593D-5354480ABB98}" dt="2026-04-28T16:50:46.744" v="23" actId="20577"/>
          <ac:spMkLst>
            <pc:docMk/>
            <pc:sldMk cId="0" sldId="265"/>
            <ac:spMk id="49" creationId="{00000000-0000-0000-0000-000000000000}"/>
          </ac:spMkLst>
        </pc:spChg>
      </pc:sldChg>
      <pc:sldChg chg="modSp">
        <pc:chgData name="Donnelly, Connor James" userId="S::condonn@iu.edu::e50f7690-f9c7-4d51-bc4c-5fba0fa60270" providerId="AD" clId="Web-{F09CED29-A85C-E0A5-593D-5354480ABB98}" dt="2026-04-28T16:51:58.417" v="35" actId="20577"/>
        <pc:sldMkLst>
          <pc:docMk/>
          <pc:sldMk cId="0" sldId="267"/>
        </pc:sldMkLst>
        <pc:spChg chg="mod">
          <ac:chgData name="Donnelly, Connor James" userId="S::condonn@iu.edu::e50f7690-f9c7-4d51-bc4c-5fba0fa60270" providerId="AD" clId="Web-{F09CED29-A85C-E0A5-593D-5354480ABB98}" dt="2026-04-28T16:51:13.729" v="28" actId="20577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onnelly, Connor James" userId="S::condonn@iu.edu::e50f7690-f9c7-4d51-bc4c-5fba0fa60270" providerId="AD" clId="Web-{F09CED29-A85C-E0A5-593D-5354480ABB98}" dt="2026-04-28T16:51:58.417" v="35" actId="20577"/>
          <ac:spMkLst>
            <pc:docMk/>
            <pc:sldMk cId="0" sldId="267"/>
            <ac:spMk id="23" creationId="{00000000-0000-0000-0000-000000000000}"/>
          </ac:spMkLst>
        </pc:spChg>
      </pc:sldChg>
    </pc:docChg>
  </pc:docChgLst>
  <pc:docChgLst>
    <pc:chgData name="Chemitiganti, Rohith" userId="S::rochem@iu.edu::772f1262-1db5-4c40-9cef-22f6295bfa8d" providerId="AD" clId="Web-{343C2052-1917-DA1C-D983-2F240E4AD195}"/>
    <pc:docChg chg="addSld modSld">
      <pc:chgData name="Chemitiganti, Rohith" userId="S::rochem@iu.edu::772f1262-1db5-4c40-9cef-22f6295bfa8d" providerId="AD" clId="Web-{343C2052-1917-DA1C-D983-2F240E4AD195}" dt="2026-04-28T21:14:16.594" v="45" actId="14100"/>
      <pc:docMkLst>
        <pc:docMk/>
      </pc:docMkLst>
      <pc:sldChg chg="addSp modSp">
        <pc:chgData name="Chemitiganti, Rohith" userId="S::rochem@iu.edu::772f1262-1db5-4c40-9cef-22f6295bfa8d" providerId="AD" clId="Web-{343C2052-1917-DA1C-D983-2F240E4AD195}" dt="2026-04-28T18:11:39.436" v="36" actId="1076"/>
        <pc:sldMkLst>
          <pc:docMk/>
          <pc:sldMk cId="0" sldId="262"/>
        </pc:sldMkLst>
        <pc:spChg chg="mod">
          <ac:chgData name="Chemitiganti, Rohith" userId="S::rochem@iu.edu::772f1262-1db5-4c40-9cef-22f6295bfa8d" providerId="AD" clId="Web-{343C2052-1917-DA1C-D983-2F240E4AD195}" dt="2026-04-28T18:11:32.186" v="33" actId="1076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Chemitiganti, Rohith" userId="S::rochem@iu.edu::772f1262-1db5-4c40-9cef-22f6295bfa8d" providerId="AD" clId="Web-{343C2052-1917-DA1C-D983-2F240E4AD195}" dt="2026-04-28T18:11:39.436" v="36" actId="1076"/>
          <ac:picMkLst>
            <pc:docMk/>
            <pc:sldMk cId="0" sldId="262"/>
            <ac:picMk id="2" creationId="{1679A304-C4F8-6FC2-999F-E5624EA7D1C6}"/>
          </ac:picMkLst>
        </pc:picChg>
      </pc:sldChg>
      <pc:sldChg chg="modSp">
        <pc:chgData name="Chemitiganti, Rohith" userId="S::rochem@iu.edu::772f1262-1db5-4c40-9cef-22f6295bfa8d" providerId="AD" clId="Web-{343C2052-1917-DA1C-D983-2F240E4AD195}" dt="2026-04-28T17:43:30.856" v="27" actId="1076"/>
        <pc:sldMkLst>
          <pc:docMk/>
          <pc:sldMk cId="3510549162" sldId="279"/>
        </pc:sldMkLst>
        <pc:picChg chg="mod">
          <ac:chgData name="Chemitiganti, Rohith" userId="S::rochem@iu.edu::772f1262-1db5-4c40-9cef-22f6295bfa8d" providerId="AD" clId="Web-{343C2052-1917-DA1C-D983-2F240E4AD195}" dt="2026-04-28T17:43:30.856" v="27" actId="1076"/>
          <ac:picMkLst>
            <pc:docMk/>
            <pc:sldMk cId="3510549162" sldId="279"/>
            <ac:picMk id="89" creationId="{DEB1D358-4408-3301-C918-59AEC33BABB9}"/>
          </ac:picMkLst>
        </pc:picChg>
      </pc:sldChg>
      <pc:sldChg chg="addSp delSp modSp">
        <pc:chgData name="Chemitiganti, Rohith" userId="S::rochem@iu.edu::772f1262-1db5-4c40-9cef-22f6295bfa8d" providerId="AD" clId="Web-{343C2052-1917-DA1C-D983-2F240E4AD195}" dt="2026-04-28T16:34:26.020" v="26" actId="1076"/>
        <pc:sldMkLst>
          <pc:docMk/>
          <pc:sldMk cId="4150744426" sldId="282"/>
        </pc:sldMkLst>
        <pc:spChg chg="del">
          <ac:chgData name="Chemitiganti, Rohith" userId="S::rochem@iu.edu::772f1262-1db5-4c40-9cef-22f6295bfa8d" providerId="AD" clId="Web-{343C2052-1917-DA1C-D983-2F240E4AD195}" dt="2026-04-28T16:32:38.301" v="19"/>
          <ac:spMkLst>
            <pc:docMk/>
            <pc:sldMk cId="4150744426" sldId="282"/>
            <ac:spMk id="5" creationId="{42FDF4BF-2169-4C0A-08E4-F2B27399B0A8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8"/>
          <ac:spMkLst>
            <pc:docMk/>
            <pc:sldMk cId="4150744426" sldId="282"/>
            <ac:spMk id="6" creationId="{2BC046A5-BA51-2137-8B3C-5570D08B7754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7"/>
          <ac:spMkLst>
            <pc:docMk/>
            <pc:sldMk cId="4150744426" sldId="282"/>
            <ac:spMk id="7" creationId="{4399BF14-65B1-7C0B-4642-FA90940FC4C3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6"/>
          <ac:spMkLst>
            <pc:docMk/>
            <pc:sldMk cId="4150744426" sldId="282"/>
            <ac:spMk id="8" creationId="{AFBCD5A1-6831-0CC9-4DA9-7B21DF9A6A66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5"/>
          <ac:spMkLst>
            <pc:docMk/>
            <pc:sldMk cId="4150744426" sldId="282"/>
            <ac:spMk id="9" creationId="{E05E2F32-32C8-C68D-66E2-2AF6FDB981B1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4"/>
          <ac:spMkLst>
            <pc:docMk/>
            <pc:sldMk cId="4150744426" sldId="282"/>
            <ac:spMk id="10" creationId="{880CA3C3-2255-7CB4-4416-174648A2A047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3"/>
          <ac:spMkLst>
            <pc:docMk/>
            <pc:sldMk cId="4150744426" sldId="282"/>
            <ac:spMk id="11" creationId="{F289C88E-C707-F230-9639-9EDE631A4E0A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2"/>
          <ac:spMkLst>
            <pc:docMk/>
            <pc:sldMk cId="4150744426" sldId="282"/>
            <ac:spMk id="12" creationId="{8E1A5F48-B099-34CA-AD29-CA16DFCB9CE2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1"/>
          <ac:spMkLst>
            <pc:docMk/>
            <pc:sldMk cId="4150744426" sldId="282"/>
            <ac:spMk id="13" creationId="{9701AC5A-30B6-F93C-A7F2-99AB339D1DFD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10"/>
          <ac:spMkLst>
            <pc:docMk/>
            <pc:sldMk cId="4150744426" sldId="282"/>
            <ac:spMk id="14" creationId="{3474F263-B67D-F255-A7F0-23BE27EEDAE5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9"/>
          <ac:spMkLst>
            <pc:docMk/>
            <pc:sldMk cId="4150744426" sldId="282"/>
            <ac:spMk id="15" creationId="{1C6EF2AD-BDC2-B781-6195-AB018FDD5A99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8"/>
          <ac:spMkLst>
            <pc:docMk/>
            <pc:sldMk cId="4150744426" sldId="282"/>
            <ac:spMk id="16" creationId="{F1E5E79B-A96B-8F9A-3018-8664DE4AEC76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7"/>
          <ac:spMkLst>
            <pc:docMk/>
            <pc:sldMk cId="4150744426" sldId="282"/>
            <ac:spMk id="17" creationId="{E512AAEB-0D7D-7E5E-3A0B-DCD145037496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6"/>
          <ac:spMkLst>
            <pc:docMk/>
            <pc:sldMk cId="4150744426" sldId="282"/>
            <ac:spMk id="18" creationId="{51BFC45A-7F98-D41A-414D-083D62438DB5}"/>
          </ac:spMkLst>
        </pc:spChg>
        <pc:spChg chg="del">
          <ac:chgData name="Chemitiganti, Rohith" userId="S::rochem@iu.edu::772f1262-1db5-4c40-9cef-22f6295bfa8d" providerId="AD" clId="Web-{343C2052-1917-DA1C-D983-2F240E4AD195}" dt="2026-04-28T16:32:38.301" v="5"/>
          <ac:spMkLst>
            <pc:docMk/>
            <pc:sldMk cId="4150744426" sldId="282"/>
            <ac:spMk id="19" creationId="{9E09DEDD-FBBC-3166-084B-3E9CA5F8F9E1}"/>
          </ac:spMkLst>
        </pc:spChg>
        <pc:spChg chg="del">
          <ac:chgData name="Chemitiganti, Rohith" userId="S::rochem@iu.edu::772f1262-1db5-4c40-9cef-22f6295bfa8d" providerId="AD" clId="Web-{343C2052-1917-DA1C-D983-2F240E4AD195}" dt="2026-04-28T16:32:47.129" v="22"/>
          <ac:spMkLst>
            <pc:docMk/>
            <pc:sldMk cId="4150744426" sldId="282"/>
            <ac:spMk id="20" creationId="{D01A6CD9-6288-A03C-7A0E-F35F697667EA}"/>
          </ac:spMkLst>
        </pc:spChg>
        <pc:spChg chg="del">
          <ac:chgData name="Chemitiganti, Rohith" userId="S::rochem@iu.edu::772f1262-1db5-4c40-9cef-22f6295bfa8d" providerId="AD" clId="Web-{343C2052-1917-DA1C-D983-2F240E4AD195}" dt="2026-04-28T16:32:48.551" v="23"/>
          <ac:spMkLst>
            <pc:docMk/>
            <pc:sldMk cId="4150744426" sldId="282"/>
            <ac:spMk id="21" creationId="{8FABA2B8-8512-AF87-A749-2C4950BE1E3C}"/>
          </ac:spMkLst>
        </pc:spChg>
        <pc:spChg chg="del">
          <ac:chgData name="Chemitiganti, Rohith" userId="S::rochem@iu.edu::772f1262-1db5-4c40-9cef-22f6295bfa8d" providerId="AD" clId="Web-{343C2052-1917-DA1C-D983-2F240E4AD195}" dt="2026-04-28T16:32:43.223" v="21"/>
          <ac:spMkLst>
            <pc:docMk/>
            <pc:sldMk cId="4150744426" sldId="282"/>
            <ac:spMk id="22" creationId="{82590AF8-FB36-DFDA-8C25-07C10437CCE4}"/>
          </ac:spMkLst>
        </pc:spChg>
        <pc:picChg chg="add mod">
          <ac:chgData name="Chemitiganti, Rohith" userId="S::rochem@iu.edu::772f1262-1db5-4c40-9cef-22f6295bfa8d" providerId="AD" clId="Web-{343C2052-1917-DA1C-D983-2F240E4AD195}" dt="2026-04-28T16:34:26.020" v="26" actId="1076"/>
          <ac:picMkLst>
            <pc:docMk/>
            <pc:sldMk cId="4150744426" sldId="282"/>
            <ac:picMk id="25" creationId="{311C1B98-0D7C-2117-F5BE-14D5450833EF}"/>
          </ac:picMkLst>
        </pc:picChg>
      </pc:sldChg>
      <pc:sldChg chg="addSp delSp modSp add replId">
        <pc:chgData name="Chemitiganti, Rohith" userId="S::rochem@iu.edu::772f1262-1db5-4c40-9cef-22f6295bfa8d" providerId="AD" clId="Web-{343C2052-1917-DA1C-D983-2F240E4AD195}" dt="2026-04-28T21:14:16.594" v="45" actId="14100"/>
        <pc:sldMkLst>
          <pc:docMk/>
          <pc:sldMk cId="1864893521" sldId="283"/>
        </pc:sldMkLst>
        <pc:spChg chg="mod">
          <ac:chgData name="Chemitiganti, Rohith" userId="S::rochem@iu.edu::772f1262-1db5-4c40-9cef-22f6295bfa8d" providerId="AD" clId="Web-{343C2052-1917-DA1C-D983-2F240E4AD195}" dt="2026-04-28T21:13:54.797" v="41" actId="20577"/>
          <ac:spMkLst>
            <pc:docMk/>
            <pc:sldMk cId="1864893521" sldId="283"/>
            <ac:spMk id="90" creationId="{A91C9A6E-F46B-7F36-3AAF-723B25982BB3}"/>
          </ac:spMkLst>
        </pc:spChg>
        <pc:picChg chg="del">
          <ac:chgData name="Chemitiganti, Rohith" userId="S::rochem@iu.edu::772f1262-1db5-4c40-9cef-22f6295bfa8d" providerId="AD" clId="Web-{343C2052-1917-DA1C-D983-2F240E4AD195}" dt="2026-04-28T21:13:56.469" v="42"/>
          <ac:picMkLst>
            <pc:docMk/>
            <pc:sldMk cId="1864893521" sldId="283"/>
            <ac:picMk id="89" creationId="{0DF977A1-E03C-8334-D9E8-46AD5123F5CB}"/>
          </ac:picMkLst>
        </pc:picChg>
        <pc:picChg chg="add mod">
          <ac:chgData name="Chemitiganti, Rohith" userId="S::rochem@iu.edu::772f1262-1db5-4c40-9cef-22f6295bfa8d" providerId="AD" clId="Web-{343C2052-1917-DA1C-D983-2F240E4AD195}" dt="2026-04-28T21:14:16.594" v="45" actId="14100"/>
          <ac:picMkLst>
            <pc:docMk/>
            <pc:sldMk cId="1864893521" sldId="283"/>
            <ac:picMk id="92" creationId="{00BC6558-825E-7671-71EA-DC37DCD7311A}"/>
          </ac:picMkLst>
        </pc:picChg>
      </pc:sldChg>
    </pc:docChg>
  </pc:docChgLst>
  <pc:docChgLst>
    <pc:chgData name="Donnelly, Connor James" userId="S::condonn@iu.edu::e50f7690-f9c7-4d51-bc4c-5fba0fa60270" providerId="AD" clId="Web-{EFEECF6F-504D-B0FC-F55C-787DD952A6E3}"/>
    <pc:docChg chg="mod addSld delSld modSld addMainMaster delMainMaster">
      <pc:chgData name="Donnelly, Connor James" userId="S::condonn@iu.edu::e50f7690-f9c7-4d51-bc4c-5fba0fa60270" providerId="AD" clId="Web-{EFEECF6F-504D-B0FC-F55C-787DD952A6E3}" dt="2026-04-28T01:56:50.992" v="305" actId="20577"/>
      <pc:docMkLst>
        <pc:docMk/>
      </pc:docMkLst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56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57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58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59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0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1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2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3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4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5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6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7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8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69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70"/>
        </pc:sldMkLst>
      </pc:sldChg>
      <pc:sldChg chg="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0" sldId="271"/>
        </pc:sldMkLst>
      </pc:sldChg>
      <pc:sldChg chg="addSp modSp mod modClrScheme chgLayout">
        <pc:chgData name="Donnelly, Connor James" userId="S::condonn@iu.edu::e50f7690-f9c7-4d51-bc4c-5fba0fa60270" providerId="AD" clId="Web-{EFEECF6F-504D-B0FC-F55C-787DD952A6E3}" dt="2026-04-28T01:39:29.453" v="139"/>
        <pc:sldMkLst>
          <pc:docMk/>
          <pc:sldMk cId="4139715639" sldId="272"/>
        </pc:sldMkLst>
        <pc:spChg chg="add mod">
          <ac:chgData name="Donnelly, Connor James" userId="S::condonn@iu.edu::e50f7690-f9c7-4d51-bc4c-5fba0fa60270" providerId="AD" clId="Web-{EFEECF6F-504D-B0FC-F55C-787DD952A6E3}" dt="2026-04-28T01:27:35.781" v="137" actId="1076"/>
          <ac:spMkLst>
            <pc:docMk/>
            <pc:sldMk cId="4139715639" sldId="272"/>
            <ac:spMk id="2" creationId="{FDEC81C8-1E6F-95D2-5C5D-71A52B05D48C}"/>
          </ac:spMkLst>
        </pc:spChg>
        <pc:spChg chg="add mod">
          <ac:chgData name="Donnelly, Connor James" userId="S::condonn@iu.edu::e50f7690-f9c7-4d51-bc4c-5fba0fa60270" providerId="AD" clId="Web-{EFEECF6F-504D-B0FC-F55C-787DD952A6E3}" dt="2026-04-28T01:27:30.594" v="136" actId="1076"/>
          <ac:spMkLst>
            <pc:docMk/>
            <pc:sldMk cId="4139715639" sldId="272"/>
            <ac:spMk id="3" creationId="{ABC9E7E0-BAE6-1A03-0245-75B8528D395E}"/>
          </ac:spMkLst>
        </pc:spChg>
      </pc:sldChg>
      <pc:sldChg chg="new del mod modClrScheme chgLayout">
        <pc:chgData name="Donnelly, Connor James" userId="S::condonn@iu.edu::e50f7690-f9c7-4d51-bc4c-5fba0fa60270" providerId="AD" clId="Web-{EFEECF6F-504D-B0FC-F55C-787DD952A6E3}" dt="2026-04-28T01:48:15.688" v="170"/>
        <pc:sldMkLst>
          <pc:docMk/>
          <pc:sldMk cId="3994665950" sldId="273"/>
        </pc:sldMkLst>
      </pc:sldChg>
      <pc:sldChg chg="new del mod modClrScheme chgLayout">
        <pc:chgData name="Donnelly, Connor James" userId="S::condonn@iu.edu::e50f7690-f9c7-4d51-bc4c-5fba0fa60270" providerId="AD" clId="Web-{EFEECF6F-504D-B0FC-F55C-787DD952A6E3}" dt="2026-04-28T01:47:49.141" v="167"/>
        <pc:sldMkLst>
          <pc:docMk/>
          <pc:sldMk cId="2100405397" sldId="274"/>
        </pc:sldMkLst>
      </pc:sldChg>
      <pc:sldChg chg="addSp delSp modSp add replId">
        <pc:chgData name="Donnelly, Connor James" userId="S::condonn@iu.edu::e50f7690-f9c7-4d51-bc4c-5fba0fa60270" providerId="AD" clId="Web-{EFEECF6F-504D-B0FC-F55C-787DD952A6E3}" dt="2026-04-28T01:56:03.164" v="277" actId="1076"/>
        <pc:sldMkLst>
          <pc:docMk/>
          <pc:sldMk cId="915017563" sldId="275"/>
        </pc:sldMkLst>
        <pc:spChg chg="mod">
          <ac:chgData name="Donnelly, Connor James" userId="S::condonn@iu.edu::e50f7690-f9c7-4d51-bc4c-5fba0fa60270" providerId="AD" clId="Web-{EFEECF6F-504D-B0FC-F55C-787DD952A6E3}" dt="2026-04-28T01:45:48.110" v="157" actId="1076"/>
          <ac:spMkLst>
            <pc:docMk/>
            <pc:sldMk cId="915017563" sldId="275"/>
            <ac:spMk id="86" creationId="{460BA5D5-8CDE-1770-0FBF-9ED8989A1CC5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03.547" v="141"/>
          <ac:spMkLst>
            <pc:docMk/>
            <pc:sldMk cId="915017563" sldId="275"/>
            <ac:spMk id="89" creationId="{CB141D19-ACF8-4E84-2959-172F4CFEFCA8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06.687" v="142"/>
          <ac:spMkLst>
            <pc:docMk/>
            <pc:sldMk cId="915017563" sldId="275"/>
            <ac:spMk id="90" creationId="{80152E50-15E0-862C-0C38-04A067D6A6EC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12.828" v="143"/>
          <ac:spMkLst>
            <pc:docMk/>
            <pc:sldMk cId="915017563" sldId="275"/>
            <ac:spMk id="91" creationId="{064D3955-B661-0B06-ED99-1AF5F609A9EE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30.797" v="146"/>
          <ac:spMkLst>
            <pc:docMk/>
            <pc:sldMk cId="915017563" sldId="275"/>
            <ac:spMk id="92" creationId="{2468D7C0-3361-1D58-62FB-E8D902A769EB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28.343" v="145"/>
          <ac:spMkLst>
            <pc:docMk/>
            <pc:sldMk cId="915017563" sldId="275"/>
            <ac:spMk id="93" creationId="{BA971A50-612B-82DD-4C75-1867E0F25CD2}"/>
          </ac:spMkLst>
        </pc:spChg>
        <pc:spChg chg="del">
          <ac:chgData name="Donnelly, Connor James" userId="S::condonn@iu.edu::e50f7690-f9c7-4d51-bc4c-5fba0fa60270" providerId="AD" clId="Web-{EFEECF6F-504D-B0FC-F55C-787DD952A6E3}" dt="2026-04-28T01:44:26.015" v="144"/>
          <ac:spMkLst>
            <pc:docMk/>
            <pc:sldMk cId="915017563" sldId="275"/>
            <ac:spMk id="94" creationId="{2DB4BCDB-8FAE-3178-C11A-8E44CD92DE5D}"/>
          </ac:spMkLst>
        </pc:spChg>
        <pc:spChg chg="add mod">
          <ac:chgData name="Donnelly, Connor James" userId="S::condonn@iu.edu::e50f7690-f9c7-4d51-bc4c-5fba0fa60270" providerId="AD" clId="Web-{EFEECF6F-504D-B0FC-F55C-787DD952A6E3}" dt="2026-04-28T01:46:15.938" v="162" actId="1076"/>
          <ac:spMkLst>
            <pc:docMk/>
            <pc:sldMk cId="915017563" sldId="275"/>
            <ac:spMk id="96" creationId="{3E047D89-3131-3F01-B696-59F4B1A3B179}"/>
          </ac:spMkLst>
        </pc:spChg>
        <pc:spChg chg="add mod">
          <ac:chgData name="Donnelly, Connor James" userId="S::condonn@iu.edu::e50f7690-f9c7-4d51-bc4c-5fba0fa60270" providerId="AD" clId="Web-{EFEECF6F-504D-B0FC-F55C-787DD952A6E3}" dt="2026-04-28T01:56:03.164" v="277" actId="1076"/>
          <ac:spMkLst>
            <pc:docMk/>
            <pc:sldMk cId="915017563" sldId="275"/>
            <ac:spMk id="98" creationId="{5EE25B47-76C4-79AE-40BF-39756C6E3D47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5:25.804" v="259" actId="20577"/>
        <pc:sldMkLst>
          <pc:docMk/>
          <pc:sldMk cId="1466277384" sldId="276"/>
        </pc:sldMkLst>
        <pc:spChg chg="add mod">
          <ac:chgData name="Donnelly, Connor James" userId="S::condonn@iu.edu::e50f7690-f9c7-4d51-bc4c-5fba0fa60270" providerId="AD" clId="Web-{EFEECF6F-504D-B0FC-F55C-787DD952A6E3}" dt="2026-04-28T01:55:25.804" v="259" actId="20577"/>
          <ac:spMkLst>
            <pc:docMk/>
            <pc:sldMk cId="1466277384" sldId="276"/>
            <ac:spMk id="90" creationId="{CC94DA47-5B63-FA97-97F5-38998D80481A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6:50.992" v="305" actId="20577"/>
        <pc:sldMkLst>
          <pc:docMk/>
          <pc:sldMk cId="1536173005" sldId="277"/>
        </pc:sldMkLst>
        <pc:spChg chg="add mod">
          <ac:chgData name="Donnelly, Connor James" userId="S::condonn@iu.edu::e50f7690-f9c7-4d51-bc4c-5fba0fa60270" providerId="AD" clId="Web-{EFEECF6F-504D-B0FC-F55C-787DD952A6E3}" dt="2026-04-28T01:56:50.992" v="305" actId="20577"/>
          <ac:spMkLst>
            <pc:docMk/>
            <pc:sldMk cId="1536173005" sldId="277"/>
            <ac:spMk id="90" creationId="{5057A0C5-D83F-603D-FEB1-1FB52339D815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6:37.492" v="299" actId="1076"/>
        <pc:sldMkLst>
          <pc:docMk/>
          <pc:sldMk cId="1605712538" sldId="278"/>
        </pc:sldMkLst>
        <pc:spChg chg="add mod">
          <ac:chgData name="Donnelly, Connor James" userId="S::condonn@iu.edu::e50f7690-f9c7-4d51-bc4c-5fba0fa60270" providerId="AD" clId="Web-{EFEECF6F-504D-B0FC-F55C-787DD952A6E3}" dt="2026-04-28T01:56:37.492" v="299" actId="1076"/>
          <ac:spMkLst>
            <pc:docMk/>
            <pc:sldMk cId="1605712538" sldId="278"/>
            <ac:spMk id="90" creationId="{68020B09-CB22-E801-FF6D-003F129FA203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5:11.898" v="251" actId="1076"/>
        <pc:sldMkLst>
          <pc:docMk/>
          <pc:sldMk cId="3510549162" sldId="279"/>
        </pc:sldMkLst>
        <pc:spChg chg="add mod">
          <ac:chgData name="Donnelly, Connor James" userId="S::condonn@iu.edu::e50f7690-f9c7-4d51-bc4c-5fba0fa60270" providerId="AD" clId="Web-{EFEECF6F-504D-B0FC-F55C-787DD952A6E3}" dt="2026-04-28T01:55:11.898" v="251" actId="1076"/>
          <ac:spMkLst>
            <pc:docMk/>
            <pc:sldMk cId="3510549162" sldId="279"/>
            <ac:spMk id="90" creationId="{D3BCE2FE-EB82-9C4E-73B6-F033F6BE3902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4:41.742" v="231" actId="1076"/>
        <pc:sldMkLst>
          <pc:docMk/>
          <pc:sldMk cId="4041491138" sldId="280"/>
        </pc:sldMkLst>
        <pc:spChg chg="mod">
          <ac:chgData name="Donnelly, Connor James" userId="S::condonn@iu.edu::e50f7690-f9c7-4d51-bc4c-5fba0fa60270" providerId="AD" clId="Web-{EFEECF6F-504D-B0FC-F55C-787DD952A6E3}" dt="2026-04-28T01:54:41.742" v="231" actId="1076"/>
          <ac:spMkLst>
            <pc:docMk/>
            <pc:sldMk cId="4041491138" sldId="280"/>
            <ac:spMk id="86" creationId="{8BDA9CEF-9EC1-4B4B-BAE3-AE991FE2548F}"/>
          </ac:spMkLst>
        </pc:spChg>
        <pc:spChg chg="add mod">
          <ac:chgData name="Donnelly, Connor James" userId="S::condonn@iu.edu::e50f7690-f9c7-4d51-bc4c-5fba0fa60270" providerId="AD" clId="Web-{EFEECF6F-504D-B0FC-F55C-787DD952A6E3}" dt="2026-04-28T01:54:27.836" v="230" actId="1076"/>
          <ac:spMkLst>
            <pc:docMk/>
            <pc:sldMk cId="4041491138" sldId="280"/>
            <ac:spMk id="90" creationId="{9EFAF6B2-EF42-DF02-9B6E-6D8312B4EF95}"/>
          </ac:spMkLst>
        </pc:spChg>
      </pc:sldChg>
      <pc:sldChg chg="addSp modSp add replId">
        <pc:chgData name="Donnelly, Connor James" userId="S::condonn@iu.edu::e50f7690-f9c7-4d51-bc4c-5fba0fa60270" providerId="AD" clId="Web-{EFEECF6F-504D-B0FC-F55C-787DD952A6E3}" dt="2026-04-28T01:53:18.376" v="200" actId="1076"/>
        <pc:sldMkLst>
          <pc:docMk/>
          <pc:sldMk cId="2307586992" sldId="281"/>
        </pc:sldMkLst>
        <pc:spChg chg="mod">
          <ac:chgData name="Donnelly, Connor James" userId="S::condonn@iu.edu::e50f7690-f9c7-4d51-bc4c-5fba0fa60270" providerId="AD" clId="Web-{EFEECF6F-504D-B0FC-F55C-787DD952A6E3}" dt="2026-04-28T01:53:18.376" v="200" actId="1076"/>
          <ac:spMkLst>
            <pc:docMk/>
            <pc:sldMk cId="2307586992" sldId="281"/>
            <ac:spMk id="86" creationId="{2963C029-3AF6-C6CB-E342-9A1FE97A6D4E}"/>
          </ac:spMkLst>
        </pc:spChg>
        <pc:spChg chg="add mod">
          <ac:chgData name="Donnelly, Connor James" userId="S::condonn@iu.edu::e50f7690-f9c7-4d51-bc4c-5fba0fa60270" providerId="AD" clId="Web-{EFEECF6F-504D-B0FC-F55C-787DD952A6E3}" dt="2026-04-28T01:50:19.361" v="184" actId="1076"/>
          <ac:spMkLst>
            <pc:docMk/>
            <pc:sldMk cId="2307586992" sldId="281"/>
            <ac:spMk id="89" creationId="{92C5835D-BCCF-C0F6-5A8D-A51D1FA3C0F0}"/>
          </ac:spMkLst>
        </pc:spChg>
        <pc:picChg chg="add mod">
          <ac:chgData name="Donnelly, Connor James" userId="S::condonn@iu.edu::e50f7690-f9c7-4d51-bc4c-5fba0fa60270" providerId="AD" clId="Web-{EFEECF6F-504D-B0FC-F55C-787DD952A6E3}" dt="2026-04-28T01:51:00.876" v="188" actId="1076"/>
          <ac:picMkLst>
            <pc:docMk/>
            <pc:sldMk cId="2307586992" sldId="281"/>
            <ac:picMk id="90" creationId="{874CB3BB-B924-81F5-8A75-D18EF995BD67}"/>
          </ac:picMkLst>
        </pc:picChg>
        <pc:picChg chg="add mod">
          <ac:chgData name="Donnelly, Connor James" userId="S::condonn@iu.edu::e50f7690-f9c7-4d51-bc4c-5fba0fa60270" providerId="AD" clId="Web-{EFEECF6F-504D-B0FC-F55C-787DD952A6E3}" dt="2026-04-28T01:53:12.611" v="199" actId="1076"/>
          <ac:picMkLst>
            <pc:docMk/>
            <pc:sldMk cId="2307586992" sldId="281"/>
            <ac:picMk id="91" creationId="{F3538174-F458-410B-F3A9-0DBB653DB6CE}"/>
          </ac:picMkLst>
        </pc:picChg>
      </pc:sldChg>
      <pc:sldMasterChg chg="add del addSldLayout delSldLayout">
        <pc:chgData name="Donnelly, Connor James" userId="S::condonn@iu.edu::e50f7690-f9c7-4d51-bc4c-5fba0fa60270" providerId="AD" clId="Web-{EFEECF6F-504D-B0FC-F55C-787DD952A6E3}" dt="2026-04-28T01:39:29.453" v="139"/>
        <pc:sldMasterMkLst>
          <pc:docMk/>
          <pc:sldMasterMk cId="0" sldId="2147483648"/>
        </pc:sldMasterMkLst>
        <pc:sldLayoutChg chg="add del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add del addSldLayout delSldLayout modSldLayout">
        <pc:chgData name="Donnelly, Connor James" userId="S::condonn@iu.edu::e50f7690-f9c7-4d51-bc4c-5fba0fa60270" providerId="AD" clId="Web-{EFEECF6F-504D-B0FC-F55C-787DD952A6E3}" dt="2026-04-28T01:39:29.453" v="139"/>
        <pc:sldMasterMkLst>
          <pc:docMk/>
          <pc:sldMasterMk cId="2767266960" sldId="2147483650"/>
        </pc:sldMasterMkLst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2807714796" sldId="2147483651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713921382" sldId="2147483652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3262705953" sldId="2147483653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3308415063" sldId="2147483654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1658068739" sldId="2147483655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4018283978" sldId="2147483656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2485485934" sldId="2147483657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3581350806" sldId="2147483658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2075083662" sldId="2147483659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3317876987" sldId="2147483660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3123983349" sldId="2147483661"/>
          </pc:sldLayoutMkLst>
        </pc:sldLayoutChg>
        <pc:sldLayoutChg chg="add del mod replId">
          <pc:chgData name="Donnelly, Connor James" userId="S::condonn@iu.edu::e50f7690-f9c7-4d51-bc4c-5fba0fa60270" providerId="AD" clId="Web-{EFEECF6F-504D-B0FC-F55C-787DD952A6E3}" dt="2026-04-28T01:39:29.453" v="139"/>
          <pc:sldLayoutMkLst>
            <pc:docMk/>
            <pc:sldMasterMk cId="2767266960" sldId="2147483650"/>
            <pc:sldLayoutMk cId="442563565" sldId="2147483662"/>
          </pc:sldLayoutMkLst>
        </pc:sldLayoutChg>
      </pc:sldMasterChg>
    </pc:docChg>
  </pc:docChgLst>
  <pc:docChgLst>
    <pc:chgData name="Chemitiganti, Rohith" userId="772f1262-1db5-4c40-9cef-22f6295bfa8d" providerId="ADAL" clId="{908C2676-8DD0-4B99-A574-B0EE56C0BD8D}"/>
    <pc:docChg chg="modSld">
      <pc:chgData name="Chemitiganti, Rohith" userId="772f1262-1db5-4c40-9cef-22f6295bfa8d" providerId="ADAL" clId="{908C2676-8DD0-4B99-A574-B0EE56C0BD8D}" dt="2026-04-28T16:36:42.495" v="4" actId="1076"/>
      <pc:docMkLst>
        <pc:docMk/>
      </pc:docMkLst>
      <pc:sldChg chg="addSp modSp mod">
        <pc:chgData name="Chemitiganti, Rohith" userId="772f1262-1db5-4c40-9cef-22f6295bfa8d" providerId="ADAL" clId="{908C2676-8DD0-4B99-A574-B0EE56C0BD8D}" dt="2026-04-28T16:36:42.495" v="4" actId="1076"/>
        <pc:sldMkLst>
          <pc:docMk/>
          <pc:sldMk cId="4150744426" sldId="282"/>
        </pc:sldMkLst>
        <pc:picChg chg="add mod">
          <ac:chgData name="Chemitiganti, Rohith" userId="772f1262-1db5-4c40-9cef-22f6295bfa8d" providerId="ADAL" clId="{908C2676-8DD0-4B99-A574-B0EE56C0BD8D}" dt="2026-04-28T16:36:42.495" v="4" actId="1076"/>
          <ac:picMkLst>
            <pc:docMk/>
            <pc:sldMk cId="4150744426" sldId="282"/>
            <ac:picMk id="7" creationId="{2F85DB8A-6C75-D2EF-9A3A-C5497CE2B1BA}"/>
          </ac:picMkLst>
        </pc:picChg>
      </pc:sldChg>
    </pc:docChg>
  </pc:docChgLst>
  <pc:docChgLst>
    <pc:chgData name="Chemitiganti, Rohith" userId="S::rochem@iu.edu::772f1262-1db5-4c40-9cef-22f6295bfa8d" providerId="AD" clId="Web-{012ABB51-6734-A876-C041-923404060462}"/>
    <pc:docChg chg="addSld modSld">
      <pc:chgData name="Chemitiganti, Rohith" userId="S::rochem@iu.edu::772f1262-1db5-4c40-9cef-22f6295bfa8d" providerId="AD" clId="Web-{012ABB51-6734-A876-C041-923404060462}" dt="2026-04-28T17:00:01.819" v="269" actId="20577"/>
      <pc:docMkLst>
        <pc:docMk/>
      </pc:docMkLst>
      <pc:sldChg chg="delSp">
        <pc:chgData name="Chemitiganti, Rohith" userId="S::rochem@iu.edu::772f1262-1db5-4c40-9cef-22f6295bfa8d" providerId="AD" clId="Web-{012ABB51-6734-A876-C041-923404060462}" dt="2026-04-28T16:57:03.945" v="221"/>
        <pc:sldMkLst>
          <pc:docMk/>
          <pc:sldMk cId="0" sldId="257"/>
        </pc:sldMkLst>
        <pc:spChg chg="del">
          <ac:chgData name="Chemitiganti, Rohith" userId="S::rochem@iu.edu::772f1262-1db5-4c40-9cef-22f6295bfa8d" providerId="AD" clId="Web-{012ABB51-6734-A876-C041-923404060462}" dt="2026-04-28T16:57:03.945" v="2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7:03.945" v="220"/>
          <ac:spMkLst>
            <pc:docMk/>
            <pc:sldMk cId="0" sldId="257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16.712" v="170"/>
          <ac:spMkLst>
            <pc:docMk/>
            <pc:sldMk cId="0" sldId="257"/>
            <ac:spMk id="23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14.212" v="169"/>
          <ac:spMkLst>
            <pc:docMk/>
            <pc:sldMk cId="0" sldId="257"/>
            <ac:spMk id="24" creationId="{00000000-0000-0000-0000-000000000000}"/>
          </ac:spMkLst>
        </pc:spChg>
      </pc:sldChg>
      <pc:sldChg chg="delSp modNotes">
        <pc:chgData name="Chemitiganti, Rohith" userId="S::rochem@iu.edu::772f1262-1db5-4c40-9cef-22f6295bfa8d" providerId="AD" clId="Web-{012ABB51-6734-A876-C041-923404060462}" dt="2026-04-28T16:57:51.867" v="246"/>
        <pc:sldMkLst>
          <pc:docMk/>
          <pc:sldMk cId="0" sldId="258"/>
        </pc:sldMkLst>
        <pc:spChg chg="del">
          <ac:chgData name="Chemitiganti, Rohith" userId="S::rochem@iu.edu::772f1262-1db5-4c40-9cef-22f6295bfa8d" providerId="AD" clId="Web-{012ABB51-6734-A876-C041-923404060462}" dt="2026-04-28T16:57:10.914" v="225"/>
          <ac:spMkLst>
            <pc:docMk/>
            <pc:sldMk cId="0" sldId="258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7:10.914" v="224"/>
          <ac:spMkLst>
            <pc:docMk/>
            <pc:sldMk cId="0" sldId="258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27.556" v="173"/>
          <ac:spMkLst>
            <pc:docMk/>
            <pc:sldMk cId="0" sldId="258"/>
            <ac:spMk id="30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30.415" v="174"/>
          <ac:spMkLst>
            <pc:docMk/>
            <pc:sldMk cId="0" sldId="258"/>
            <ac:spMk id="31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7:14.242" v="227"/>
        <pc:sldMkLst>
          <pc:docMk/>
          <pc:sldMk cId="0" sldId="259"/>
        </pc:sldMkLst>
        <pc:spChg chg="del">
          <ac:chgData name="Chemitiganti, Rohith" userId="S::rochem@iu.edu::772f1262-1db5-4c40-9cef-22f6295bfa8d" providerId="AD" clId="Web-{012ABB51-6734-A876-C041-923404060462}" dt="2026-04-28T16:57:14.242" v="227"/>
          <ac:spMkLst>
            <pc:docMk/>
            <pc:sldMk cId="0" sldId="259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7:14.242" v="226"/>
          <ac:spMkLst>
            <pc:docMk/>
            <pc:sldMk cId="0" sldId="259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35.556" v="175"/>
          <ac:spMkLst>
            <pc:docMk/>
            <pc:sldMk cId="0" sldId="259"/>
            <ac:spMk id="53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38.493" v="176"/>
          <ac:spMkLst>
            <pc:docMk/>
            <pc:sldMk cId="0" sldId="259"/>
            <ac:spMk id="54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7:19.023" v="229"/>
        <pc:sldMkLst>
          <pc:docMk/>
          <pc:sldMk cId="0" sldId="260"/>
        </pc:sldMkLst>
        <pc:spChg chg="del">
          <ac:chgData name="Chemitiganti, Rohith" userId="S::rochem@iu.edu::772f1262-1db5-4c40-9cef-22f6295bfa8d" providerId="AD" clId="Web-{012ABB51-6734-A876-C041-923404060462}" dt="2026-04-28T16:57:19.023" v="229"/>
          <ac:spMkLst>
            <pc:docMk/>
            <pc:sldMk cId="0" sldId="260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7:19.023" v="228"/>
          <ac:spMkLst>
            <pc:docMk/>
            <pc:sldMk cId="0" sldId="260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42.743" v="177"/>
          <ac:spMkLst>
            <pc:docMk/>
            <pc:sldMk cId="0" sldId="260"/>
            <ac:spMk id="21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45.900" v="178"/>
          <ac:spMkLst>
            <pc:docMk/>
            <pc:sldMk cId="0" sldId="260"/>
            <ac:spMk id="22" creationId="{00000000-0000-0000-0000-000000000000}"/>
          </ac:spMkLst>
        </pc:spChg>
      </pc:sldChg>
      <pc:sldChg chg="addSp delSp modSp">
        <pc:chgData name="Chemitiganti, Rohith" userId="S::rochem@iu.edu::772f1262-1db5-4c40-9cef-22f6295bfa8d" providerId="AD" clId="Web-{012ABB51-6734-A876-C041-923404060462}" dt="2026-04-28T16:57:24.148" v="231"/>
        <pc:sldMkLst>
          <pc:docMk/>
          <pc:sldMk cId="0" sldId="261"/>
        </pc:sldMkLst>
        <pc:spChg chg="del">
          <ac:chgData name="Chemitiganti, Rohith" userId="S::rochem@iu.edu::772f1262-1db5-4c40-9cef-22f6295bfa8d" providerId="AD" clId="Web-{012ABB51-6734-A876-C041-923404060462}" dt="2026-04-28T16:57:24.148" v="231"/>
          <ac:spMkLst>
            <pc:docMk/>
            <pc:sldMk cId="0" sldId="261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7:24.148" v="230"/>
          <ac:spMkLst>
            <pc:docMk/>
            <pc:sldMk cId="0" sldId="261"/>
            <ac:spMk id="4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6:48:43.572" v="129" actId="1076"/>
          <ac:spMkLst>
            <pc:docMk/>
            <pc:sldMk cId="0" sldId="261"/>
            <ac:spMk id="7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6:46:15.151" v="121" actId="20577"/>
          <ac:spMkLst>
            <pc:docMk/>
            <pc:sldMk cId="0" sldId="261"/>
            <ac:spMk id="8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49:12.463" v="13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6:53:55.290" v="167" actId="20577"/>
          <ac:spMkLst>
            <pc:docMk/>
            <pc:sldMk cId="0" sldId="261"/>
            <ac:spMk id="5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49.868" v="179"/>
          <ac:spMkLst>
            <pc:docMk/>
            <pc:sldMk cId="0" sldId="261"/>
            <ac:spMk id="53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01.790" v="168"/>
          <ac:spMkLst>
            <pc:docMk/>
            <pc:sldMk cId="0" sldId="261"/>
            <ac:spMk id="54" creationId="{00000000-0000-0000-0000-000000000000}"/>
          </ac:spMkLst>
        </pc:spChg>
        <pc:picChg chg="add mod">
          <ac:chgData name="Chemitiganti, Rohith" userId="S::rochem@iu.edu::772f1262-1db5-4c40-9cef-22f6295bfa8d" providerId="AD" clId="Web-{012ABB51-6734-A876-C041-923404060462}" dt="2026-04-28T16:48:46.103" v="130" actId="1076"/>
          <ac:picMkLst>
            <pc:docMk/>
            <pc:sldMk cId="0" sldId="261"/>
            <ac:picMk id="55" creationId="{B003CFC7-BF04-360B-7B03-460D0BB6CBC6}"/>
          </ac:picMkLst>
        </pc:picChg>
        <pc:picChg chg="add mod">
          <ac:chgData name="Chemitiganti, Rohith" userId="S::rochem@iu.edu::772f1262-1db5-4c40-9cef-22f6295bfa8d" providerId="AD" clId="Web-{012ABB51-6734-A876-C041-923404060462}" dt="2026-04-28T16:49:15.697" v="136" actId="1076"/>
          <ac:picMkLst>
            <pc:docMk/>
            <pc:sldMk cId="0" sldId="261"/>
            <ac:picMk id="56" creationId="{5642BAB0-2F68-D4A1-3660-71159A3BC801}"/>
          </ac:picMkLst>
        </pc:picChg>
        <pc:picChg chg="add mod">
          <ac:chgData name="Chemitiganti, Rohith" userId="S::rochem@iu.edu::772f1262-1db5-4c40-9cef-22f6295bfa8d" providerId="AD" clId="Web-{012ABB51-6734-A876-C041-923404060462}" dt="2026-04-28T16:52:00.791" v="145" actId="1076"/>
          <ac:picMkLst>
            <pc:docMk/>
            <pc:sldMk cId="0" sldId="261"/>
            <ac:picMk id="57" creationId="{FC43ACE1-BEA7-3116-6827-5500360FC19E}"/>
          </ac:picMkLst>
        </pc:picChg>
        <pc:picChg chg="add mod">
          <ac:chgData name="Chemitiganti, Rohith" userId="S::rochem@iu.edu::772f1262-1db5-4c40-9cef-22f6295bfa8d" providerId="AD" clId="Web-{012ABB51-6734-A876-C041-923404060462}" dt="2026-04-28T16:52:49.744" v="148" actId="1076"/>
          <ac:picMkLst>
            <pc:docMk/>
            <pc:sldMk cId="0" sldId="261"/>
            <ac:picMk id="58" creationId="{9A907D5D-7273-5179-B105-93D76C255B96}"/>
          </ac:picMkLst>
        </pc:picChg>
        <pc:picChg chg="add mod">
          <ac:chgData name="Chemitiganti, Rohith" userId="S::rochem@iu.edu::772f1262-1db5-4c40-9cef-22f6295bfa8d" providerId="AD" clId="Web-{012ABB51-6734-A876-C041-923404060462}" dt="2026-04-28T16:53:31.290" v="155" actId="1076"/>
          <ac:picMkLst>
            <pc:docMk/>
            <pc:sldMk cId="0" sldId="261"/>
            <ac:picMk id="59" creationId="{7A92F695-BD97-F1EF-A64A-FBFDF1BC856C}"/>
          </ac:picMkLst>
        </pc:picChg>
      </pc:sldChg>
      <pc:sldChg chg="delSp modNotes">
        <pc:chgData name="Chemitiganti, Rohith" userId="S::rochem@iu.edu::772f1262-1db5-4c40-9cef-22f6295bfa8d" providerId="AD" clId="Web-{012ABB51-6734-A876-C041-923404060462}" dt="2026-04-28T16:59:00.429" v="254"/>
        <pc:sldMkLst>
          <pc:docMk/>
          <pc:sldMk cId="0" sldId="262"/>
        </pc:sldMkLst>
        <pc:spChg chg="del">
          <ac:chgData name="Chemitiganti, Rohith" userId="S::rochem@iu.edu::772f1262-1db5-4c40-9cef-22f6295bfa8d" providerId="AD" clId="Web-{012ABB51-6734-A876-C041-923404060462}" dt="2026-04-28T16:56:58.305" v="219"/>
          <ac:spMkLst>
            <pc:docMk/>
            <pc:sldMk cId="0" sldId="262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58.305" v="218"/>
          <ac:spMkLst>
            <pc:docMk/>
            <pc:sldMk cId="0" sldId="262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57.009" v="181"/>
          <ac:spMkLst>
            <pc:docMk/>
            <pc:sldMk cId="0" sldId="262"/>
            <ac:spMk id="56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4:57.009" v="180"/>
          <ac:spMkLst>
            <pc:docMk/>
            <pc:sldMk cId="0" sldId="262"/>
            <ac:spMk id="57" creationId="{00000000-0000-0000-0000-000000000000}"/>
          </ac:spMkLst>
        </pc:spChg>
      </pc:sldChg>
      <pc:sldChg chg="delSp modSp">
        <pc:chgData name="Chemitiganti, Rohith" userId="S::rochem@iu.edu::772f1262-1db5-4c40-9cef-22f6295bfa8d" providerId="AD" clId="Web-{012ABB51-6734-A876-C041-923404060462}" dt="2026-04-28T17:00:01.819" v="269" actId="20577"/>
        <pc:sldMkLst>
          <pc:docMk/>
          <pc:sldMk cId="0" sldId="263"/>
        </pc:sldMkLst>
        <pc:spChg chg="del">
          <ac:chgData name="Chemitiganti, Rohith" userId="S::rochem@iu.edu::772f1262-1db5-4c40-9cef-22f6295bfa8d" providerId="AD" clId="Web-{012ABB51-6734-A876-C041-923404060462}" dt="2026-04-28T16:56:54.492" v="217"/>
          <ac:spMkLst>
            <pc:docMk/>
            <pc:sldMk cId="0" sldId="263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54.492" v="216"/>
          <ac:spMkLst>
            <pc:docMk/>
            <pc:sldMk cId="0" sldId="263"/>
            <ac:spMk id="4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7:00:01.819" v="269" actId="20577"/>
          <ac:spMkLst>
            <pc:docMk/>
            <pc:sldMk cId="0" sldId="263"/>
            <ac:spMk id="28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04.228" v="183"/>
          <ac:spMkLst>
            <pc:docMk/>
            <pc:sldMk cId="0" sldId="263"/>
            <ac:spMk id="48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04.228" v="182"/>
          <ac:spMkLst>
            <pc:docMk/>
            <pc:sldMk cId="0" sldId="263"/>
            <ac:spMk id="49" creationId="{00000000-0000-0000-0000-000000000000}"/>
          </ac:spMkLst>
        </pc:spChg>
      </pc:sldChg>
      <pc:sldChg chg="delSp modSp">
        <pc:chgData name="Chemitiganti, Rohith" userId="S::rochem@iu.edu::772f1262-1db5-4c40-9cef-22f6295bfa8d" providerId="AD" clId="Web-{012ABB51-6734-A876-C041-923404060462}" dt="2026-04-28T16:56:49.180" v="215"/>
        <pc:sldMkLst>
          <pc:docMk/>
          <pc:sldMk cId="0" sldId="264"/>
        </pc:sldMkLst>
        <pc:spChg chg="del mod">
          <ac:chgData name="Chemitiganti, Rohith" userId="S::rochem@iu.edu::772f1262-1db5-4c40-9cef-22f6295bfa8d" providerId="AD" clId="Web-{012ABB51-6734-A876-C041-923404060462}" dt="2026-04-28T16:56:49.180" v="215"/>
          <ac:spMkLst>
            <pc:docMk/>
            <pc:sldMk cId="0" sldId="264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49.180" v="214"/>
          <ac:spMkLst>
            <pc:docMk/>
            <pc:sldMk cId="0" sldId="264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14.946" v="185"/>
          <ac:spMkLst>
            <pc:docMk/>
            <pc:sldMk cId="0" sldId="264"/>
            <ac:spMk id="20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14.946" v="184"/>
          <ac:spMkLst>
            <pc:docMk/>
            <pc:sldMk cId="0" sldId="264"/>
            <ac:spMk id="21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6:32.164" v="212"/>
        <pc:sldMkLst>
          <pc:docMk/>
          <pc:sldMk cId="0" sldId="265"/>
        </pc:sldMkLst>
        <pc:spChg chg="del">
          <ac:chgData name="Chemitiganti, Rohith" userId="S::rochem@iu.edu::772f1262-1db5-4c40-9cef-22f6295bfa8d" providerId="AD" clId="Web-{012ABB51-6734-A876-C041-923404060462}" dt="2026-04-28T16:56:32.164" v="212"/>
          <ac:spMkLst>
            <pc:docMk/>
            <pc:sldMk cId="0" sldId="265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32.164" v="211"/>
          <ac:spMkLst>
            <pc:docMk/>
            <pc:sldMk cId="0" sldId="265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25.368" v="187"/>
          <ac:spMkLst>
            <pc:docMk/>
            <pc:sldMk cId="0" sldId="265"/>
            <ac:spMk id="51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25.368" v="186"/>
          <ac:spMkLst>
            <pc:docMk/>
            <pc:sldMk cId="0" sldId="265"/>
            <ac:spMk id="52" creationId="{00000000-0000-0000-0000-000000000000}"/>
          </ac:spMkLst>
        </pc:spChg>
      </pc:sldChg>
      <pc:sldChg chg="delSp modSp">
        <pc:chgData name="Chemitiganti, Rohith" userId="S::rochem@iu.edu::772f1262-1db5-4c40-9cef-22f6295bfa8d" providerId="AD" clId="Web-{012ABB51-6734-A876-C041-923404060462}" dt="2026-04-28T16:56:28.477" v="210"/>
        <pc:sldMkLst>
          <pc:docMk/>
          <pc:sldMk cId="0" sldId="266"/>
        </pc:sldMkLst>
        <pc:spChg chg="del">
          <ac:chgData name="Chemitiganti, Rohith" userId="S::rochem@iu.edu::772f1262-1db5-4c40-9cef-22f6295bfa8d" providerId="AD" clId="Web-{012ABB51-6734-A876-C041-923404060462}" dt="2026-04-28T16:56:28.477" v="210"/>
          <ac:spMkLst>
            <pc:docMk/>
            <pc:sldMk cId="0" sldId="266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28.477" v="209"/>
          <ac:spMkLst>
            <pc:docMk/>
            <pc:sldMk cId="0" sldId="266"/>
            <ac:spMk id="4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6:55:28.993" v="188" actId="20577"/>
          <ac:spMkLst>
            <pc:docMk/>
            <pc:sldMk cId="0" sldId="266"/>
            <ac:spMk id="45" creationId="{00000000-0000-0000-0000-000000000000}"/>
          </ac:spMkLst>
        </pc:spChg>
        <pc:spChg chg="mod">
          <ac:chgData name="Chemitiganti, Rohith" userId="S::rochem@iu.edu::772f1262-1db5-4c40-9cef-22f6295bfa8d" providerId="AD" clId="Web-{012ABB51-6734-A876-C041-923404060462}" dt="2026-04-28T16:55:31.758" v="189" actId="20577"/>
          <ac:spMkLst>
            <pc:docMk/>
            <pc:sldMk cId="0" sldId="266"/>
            <ac:spMk id="46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6:24.992" v="208"/>
        <pc:sldMkLst>
          <pc:docMk/>
          <pc:sldMk cId="0" sldId="267"/>
        </pc:sldMkLst>
        <pc:spChg chg="del">
          <ac:chgData name="Chemitiganti, Rohith" userId="S::rochem@iu.edu::772f1262-1db5-4c40-9cef-22f6295bfa8d" providerId="AD" clId="Web-{012ABB51-6734-A876-C041-923404060462}" dt="2026-04-28T16:56:24.992" v="208"/>
          <ac:spMkLst>
            <pc:docMk/>
            <pc:sldMk cId="0" sldId="267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24.992" v="207"/>
          <ac:spMkLst>
            <pc:docMk/>
            <pc:sldMk cId="0" sldId="267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37.618" v="191"/>
          <ac:spMkLst>
            <pc:docMk/>
            <pc:sldMk cId="0" sldId="267"/>
            <ac:spMk id="30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37.618" v="190"/>
          <ac:spMkLst>
            <pc:docMk/>
            <pc:sldMk cId="0" sldId="267"/>
            <ac:spMk id="31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6:20.946" v="206"/>
        <pc:sldMkLst>
          <pc:docMk/>
          <pc:sldMk cId="0" sldId="268"/>
        </pc:sldMkLst>
        <pc:spChg chg="del">
          <ac:chgData name="Chemitiganti, Rohith" userId="S::rochem@iu.edu::772f1262-1db5-4c40-9cef-22f6295bfa8d" providerId="AD" clId="Web-{012ABB51-6734-A876-C041-923404060462}" dt="2026-04-28T16:56:20.946" v="2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20.946" v="205"/>
          <ac:spMkLst>
            <pc:docMk/>
            <pc:sldMk cId="0" sldId="268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43.290" v="193"/>
          <ac:spMkLst>
            <pc:docMk/>
            <pc:sldMk cId="0" sldId="268"/>
            <ac:spMk id="47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43.290" v="192"/>
          <ac:spMkLst>
            <pc:docMk/>
            <pc:sldMk cId="0" sldId="268"/>
            <ac:spMk id="48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5:48.649" v="195"/>
        <pc:sldMkLst>
          <pc:docMk/>
          <pc:sldMk cId="0" sldId="269"/>
        </pc:sldMkLst>
        <pc:spChg chg="del">
          <ac:chgData name="Chemitiganti, Rohith" userId="S::rochem@iu.edu::772f1262-1db5-4c40-9cef-22f6295bfa8d" providerId="AD" clId="Web-{012ABB51-6734-A876-C041-923404060462}" dt="2026-04-28T16:55:48.649" v="195"/>
          <ac:spMkLst>
            <pc:docMk/>
            <pc:sldMk cId="0" sldId="269"/>
            <ac:spMk id="25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48.649" v="194"/>
          <ac:spMkLst>
            <pc:docMk/>
            <pc:sldMk cId="0" sldId="269"/>
            <ac:spMk id="26" creationId="{00000000-0000-0000-0000-000000000000}"/>
          </ac:spMkLst>
        </pc:spChg>
      </pc:sldChg>
      <pc:sldChg chg="delSp">
        <pc:chgData name="Chemitiganti, Rohith" userId="S::rochem@iu.edu::772f1262-1db5-4c40-9cef-22f6295bfa8d" providerId="AD" clId="Web-{012ABB51-6734-A876-C041-923404060462}" dt="2026-04-28T16:56:14.430" v="204"/>
        <pc:sldMkLst>
          <pc:docMk/>
          <pc:sldMk cId="0" sldId="270"/>
        </pc:sldMkLst>
        <pc:spChg chg="del">
          <ac:chgData name="Chemitiganti, Rohith" userId="S::rochem@iu.edu::772f1262-1db5-4c40-9cef-22f6295bfa8d" providerId="AD" clId="Web-{012ABB51-6734-A876-C041-923404060462}" dt="2026-04-28T16:56:14.430" v="204"/>
          <ac:spMkLst>
            <pc:docMk/>
            <pc:sldMk cId="0" sldId="270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14.430" v="203"/>
          <ac:spMkLst>
            <pc:docMk/>
            <pc:sldMk cId="0" sldId="270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53.555" v="197"/>
          <ac:spMkLst>
            <pc:docMk/>
            <pc:sldMk cId="0" sldId="270"/>
            <ac:spMk id="4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5:53.555" v="196"/>
          <ac:spMkLst>
            <pc:docMk/>
            <pc:sldMk cId="0" sldId="270"/>
            <ac:spMk id="43" creationId="{00000000-0000-0000-0000-000000000000}"/>
          </ac:spMkLst>
        </pc:spChg>
      </pc:sldChg>
      <pc:sldChg chg="delSp modSp">
        <pc:chgData name="Chemitiganti, Rohith" userId="S::rochem@iu.edu::772f1262-1db5-4c40-9cef-22f6295bfa8d" providerId="AD" clId="Web-{012ABB51-6734-A876-C041-923404060462}" dt="2026-04-28T16:56:09.039" v="202"/>
        <pc:sldMkLst>
          <pc:docMk/>
          <pc:sldMk cId="0" sldId="271"/>
        </pc:sldMkLst>
        <pc:spChg chg="del mod">
          <ac:chgData name="Chemitiganti, Rohith" userId="S::rochem@iu.edu::772f1262-1db5-4c40-9cef-22f6295bfa8d" providerId="AD" clId="Web-{012ABB51-6734-A876-C041-923404060462}" dt="2026-04-28T16:56:06.555" v="201"/>
          <ac:spMkLst>
            <pc:docMk/>
            <pc:sldMk cId="0" sldId="271"/>
            <ac:spMk id="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09.039" v="202"/>
          <ac:spMkLst>
            <pc:docMk/>
            <pc:sldMk cId="0" sldId="271"/>
            <ac:spMk id="4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01.024" v="199"/>
          <ac:spMkLst>
            <pc:docMk/>
            <pc:sldMk cId="0" sldId="271"/>
            <ac:spMk id="42" creationId="{00000000-0000-0000-0000-000000000000}"/>
          </ac:spMkLst>
        </pc:spChg>
        <pc:spChg chg="del">
          <ac:chgData name="Chemitiganti, Rohith" userId="S::rochem@iu.edu::772f1262-1db5-4c40-9cef-22f6295bfa8d" providerId="AD" clId="Web-{012ABB51-6734-A876-C041-923404060462}" dt="2026-04-28T16:56:01.024" v="198"/>
          <ac:spMkLst>
            <pc:docMk/>
            <pc:sldMk cId="0" sldId="271"/>
            <ac:spMk id="43" creationId="{00000000-0000-0000-0000-000000000000}"/>
          </ac:spMkLst>
        </pc:spChg>
      </pc:sldChg>
      <pc:sldChg chg="addSp delSp modSp add replId">
        <pc:chgData name="Chemitiganti, Rohith" userId="S::rochem@iu.edu::772f1262-1db5-4c40-9cef-22f6295bfa8d" providerId="AD" clId="Web-{012ABB51-6734-A876-C041-923404060462}" dt="2026-04-28T16:57:09.055" v="223"/>
        <pc:sldMkLst>
          <pc:docMk/>
          <pc:sldMk cId="4150744426" sldId="282"/>
        </pc:sldMkLst>
        <pc:spChg chg="del">
          <ac:chgData name="Chemitiganti, Rohith" userId="S::rochem@iu.edu::772f1262-1db5-4c40-9cef-22f6295bfa8d" providerId="AD" clId="Web-{012ABB51-6734-A876-C041-923404060462}" dt="2026-04-28T16:57:09.055" v="223"/>
          <ac:spMkLst>
            <pc:docMk/>
            <pc:sldMk cId="4150744426" sldId="282"/>
            <ac:spMk id="2" creationId="{801EE1FF-4F4D-4B9A-F978-1D2F5A63C28C}"/>
          </ac:spMkLst>
        </pc:spChg>
        <pc:spChg chg="mod">
          <ac:chgData name="Chemitiganti, Rohith" userId="S::rochem@iu.edu::772f1262-1db5-4c40-9cef-22f6295bfa8d" providerId="AD" clId="Web-{012ABB51-6734-A876-C041-923404060462}" dt="2026-04-28T16:27:12.389" v="17" actId="20577"/>
          <ac:spMkLst>
            <pc:docMk/>
            <pc:sldMk cId="4150744426" sldId="282"/>
            <ac:spMk id="3" creationId="{9E8AE945-1A5B-BADB-AE72-AC7CA6B304A1}"/>
          </ac:spMkLst>
        </pc:spChg>
        <pc:spChg chg="del">
          <ac:chgData name="Chemitiganti, Rohith" userId="S::rochem@iu.edu::772f1262-1db5-4c40-9cef-22f6295bfa8d" providerId="AD" clId="Web-{012ABB51-6734-A876-C041-923404060462}" dt="2026-04-28T16:57:09.055" v="222"/>
          <ac:spMkLst>
            <pc:docMk/>
            <pc:sldMk cId="4150744426" sldId="282"/>
            <ac:spMk id="4" creationId="{769089A3-2E0C-5C56-47F5-6F3E3EAC3C56}"/>
          </ac:spMkLst>
        </pc:spChg>
        <pc:spChg chg="add del">
          <ac:chgData name="Chemitiganti, Rohith" userId="S::rochem@iu.edu::772f1262-1db5-4c40-9cef-22f6295bfa8d" providerId="AD" clId="Web-{012ABB51-6734-A876-C041-923404060462}" dt="2026-04-28T16:27:18.811" v="19"/>
          <ac:spMkLst>
            <pc:docMk/>
            <pc:sldMk cId="4150744426" sldId="282"/>
            <ac:spMk id="5" creationId="{42FDF4BF-2169-4C0A-08E4-F2B27399B0A8}"/>
          </ac:spMkLst>
        </pc:spChg>
        <pc:spChg chg="del">
          <ac:chgData name="Chemitiganti, Rohith" userId="S::rochem@iu.edu::772f1262-1db5-4c40-9cef-22f6295bfa8d" providerId="AD" clId="Web-{012ABB51-6734-A876-C041-923404060462}" dt="2026-04-28T16:54:20.478" v="171"/>
          <ac:spMkLst>
            <pc:docMk/>
            <pc:sldMk cId="4150744426" sldId="282"/>
            <ac:spMk id="23" creationId="{2BA68D7D-54EA-FC9B-3121-A1E9CE6B153F}"/>
          </ac:spMkLst>
        </pc:spChg>
        <pc:spChg chg="del">
          <ac:chgData name="Chemitiganti, Rohith" userId="S::rochem@iu.edu::772f1262-1db5-4c40-9cef-22f6295bfa8d" providerId="AD" clId="Web-{012ABB51-6734-A876-C041-923404060462}" dt="2026-04-28T16:54:23.509" v="172"/>
          <ac:spMkLst>
            <pc:docMk/>
            <pc:sldMk cId="4150744426" sldId="282"/>
            <ac:spMk id="24" creationId="{60F27382-9F4C-F2EF-B11B-B634D387F751}"/>
          </ac:spMkLst>
        </pc:spChg>
        <pc:spChg chg="add mod">
          <ac:chgData name="Chemitiganti, Rohith" userId="S::rochem@iu.edu::772f1262-1db5-4c40-9cef-22f6295bfa8d" providerId="AD" clId="Web-{012ABB51-6734-A876-C041-923404060462}" dt="2026-04-28T16:39:54.840" v="53" actId="1076"/>
          <ac:spMkLst>
            <pc:docMk/>
            <pc:sldMk cId="4150744426" sldId="282"/>
            <ac:spMk id="28" creationId="{644B4AB1-BAE6-AA74-CD37-D3107CBA3BDB}"/>
          </ac:spMkLst>
        </pc:spChg>
        <pc:spChg chg="add mod">
          <ac:chgData name="Chemitiganti, Rohith" userId="S::rochem@iu.edu::772f1262-1db5-4c40-9cef-22f6295bfa8d" providerId="AD" clId="Web-{012ABB51-6734-A876-C041-923404060462}" dt="2026-04-28T16:39:54.840" v="54" actId="1076"/>
          <ac:spMkLst>
            <pc:docMk/>
            <pc:sldMk cId="4150744426" sldId="282"/>
            <ac:spMk id="30" creationId="{0892BAAC-84AB-86D4-71FA-2FECFF7EDD12}"/>
          </ac:spMkLst>
        </pc:spChg>
        <pc:spChg chg="add mod">
          <ac:chgData name="Chemitiganti, Rohith" userId="S::rochem@iu.edu::772f1262-1db5-4c40-9cef-22f6295bfa8d" providerId="AD" clId="Web-{012ABB51-6734-A876-C041-923404060462}" dt="2026-04-28T16:40:41.199" v="68" actId="14100"/>
          <ac:spMkLst>
            <pc:docMk/>
            <pc:sldMk cId="4150744426" sldId="282"/>
            <ac:spMk id="32" creationId="{9554FAC7-0498-7B0C-DCC1-45416C91EC59}"/>
          </ac:spMkLst>
        </pc:spChg>
        <pc:spChg chg="add mod">
          <ac:chgData name="Chemitiganti, Rohith" userId="S::rochem@iu.edu::772f1262-1db5-4c40-9cef-22f6295bfa8d" providerId="AD" clId="Web-{012ABB51-6734-A876-C041-923404060462}" dt="2026-04-28T16:40:51.855" v="75" actId="20577"/>
          <ac:spMkLst>
            <pc:docMk/>
            <pc:sldMk cId="4150744426" sldId="282"/>
            <ac:spMk id="34" creationId="{FDBA02B8-63F6-1A31-9531-185C807BC92A}"/>
          </ac:spMkLst>
        </pc:spChg>
        <pc:spChg chg="add mod">
          <ac:chgData name="Chemitiganti, Rohith" userId="S::rochem@iu.edu::772f1262-1db5-4c40-9cef-22f6295bfa8d" providerId="AD" clId="Web-{012ABB51-6734-A876-C041-923404060462}" dt="2026-04-28T16:41:11.995" v="119" actId="20577"/>
          <ac:spMkLst>
            <pc:docMk/>
            <pc:sldMk cId="4150744426" sldId="282"/>
            <ac:spMk id="36" creationId="{DA22F2F3-D225-6228-E208-6F6185D7853E}"/>
          </ac:spMkLst>
        </pc:spChg>
        <pc:picChg chg="mod">
          <ac:chgData name="Chemitiganti, Rohith" userId="S::rochem@iu.edu::772f1262-1db5-4c40-9cef-22f6295bfa8d" providerId="AD" clId="Web-{012ABB51-6734-A876-C041-923404060462}" dt="2026-04-28T16:38:31.825" v="26" actId="1076"/>
          <ac:picMkLst>
            <pc:docMk/>
            <pc:sldMk cId="4150744426" sldId="282"/>
            <ac:picMk id="7" creationId="{2F85DB8A-6C75-D2EF-9A3A-C5497CE2B1BA}"/>
          </ac:picMkLst>
        </pc:picChg>
        <pc:picChg chg="mod">
          <ac:chgData name="Chemitiganti, Rohith" userId="S::rochem@iu.edu::772f1262-1db5-4c40-9cef-22f6295bfa8d" providerId="AD" clId="Web-{012ABB51-6734-A876-C041-923404060462}" dt="2026-04-28T16:38:26.340" v="24" actId="1076"/>
          <ac:picMkLst>
            <pc:docMk/>
            <pc:sldMk cId="4150744426" sldId="282"/>
            <ac:picMk id="25" creationId="{311C1B98-0D7C-2117-F5BE-14D5450833EF}"/>
          </ac:picMkLst>
        </pc:picChg>
        <pc:picChg chg="add mod modCrop">
          <ac:chgData name="Chemitiganti, Rohith" userId="S::rochem@iu.edu::772f1262-1db5-4c40-9cef-22f6295bfa8d" providerId="AD" clId="Web-{012ABB51-6734-A876-C041-923404060462}" dt="2026-04-28T16:41:14.652" v="120" actId="1076"/>
          <ac:picMkLst>
            <pc:docMk/>
            <pc:sldMk cId="4150744426" sldId="282"/>
            <ac:picMk id="26" creationId="{41D68E7B-46BE-6984-782F-D8D736D54E47}"/>
          </ac:picMkLst>
        </pc:picChg>
      </pc:sldChg>
    </pc:docChg>
  </pc:docChgLst>
  <pc:docChgLst>
    <pc:chgData clId="Web-{22EE8DC7-053E-6D8B-8E6C-EF54D998C097}"/>
    <pc:docChg chg="modSld">
      <pc:chgData name="" userId="" providerId="" clId="Web-{22EE8DC7-053E-6D8B-8E6C-EF54D998C097}" dt="2026-04-28T00:03:55.653" v="0" actId="1076"/>
      <pc:docMkLst>
        <pc:docMk/>
      </pc:docMkLst>
      <pc:sldChg chg="modSp">
        <pc:chgData name="" userId="" providerId="" clId="Web-{22EE8DC7-053E-6D8B-8E6C-EF54D998C097}" dt="2026-04-28T00:03:55.653" v="0" actId="1076"/>
        <pc:sldMkLst>
          <pc:docMk/>
          <pc:sldMk cId="0" sldId="258"/>
        </pc:sldMkLst>
        <pc:spChg chg="mod">
          <ac:chgData name="" userId="" providerId="" clId="Web-{22EE8DC7-053E-6D8B-8E6C-EF54D998C097}" dt="2026-04-28T00:03:55.653" v="0" actId="1076"/>
          <ac:spMkLst>
            <pc:docMk/>
            <pc:sldMk cId="0" sldId="258"/>
            <ac:spMk id="2" creationId="{00000000-0000-0000-0000-000000000000}"/>
          </ac:spMkLst>
        </pc:spChg>
      </pc:sldChg>
    </pc:docChg>
  </pc:docChgLst>
  <pc:docChgLst>
    <pc:chgData name="Donnelly, Connor James" userId="S::condonn@iu.edu::e50f7690-f9c7-4d51-bc4c-5fba0fa60270" providerId="AD" clId="Web-{28765244-EDD1-8CCC-6C0F-4F96A12D7C43}"/>
    <pc:docChg chg="modSld">
      <pc:chgData name="Donnelly, Connor James" userId="S::condonn@iu.edu::e50f7690-f9c7-4d51-bc4c-5fba0fa60270" providerId="AD" clId="Web-{28765244-EDD1-8CCC-6C0F-4F96A12D7C43}" dt="2026-04-28T03:30:10.497" v="12" actId="1076"/>
      <pc:docMkLst>
        <pc:docMk/>
      </pc:docMkLst>
      <pc:sldChg chg="addSp modSp">
        <pc:chgData name="Donnelly, Connor James" userId="S::condonn@iu.edu::e50f7690-f9c7-4d51-bc4c-5fba0fa60270" providerId="AD" clId="Web-{28765244-EDD1-8CCC-6C0F-4F96A12D7C43}" dt="2026-04-28T03:30:10.497" v="12" actId="1076"/>
        <pc:sldMkLst>
          <pc:docMk/>
          <pc:sldMk cId="3510549162" sldId="279"/>
        </pc:sldMkLst>
        <pc:picChg chg="add mod">
          <ac:chgData name="Donnelly, Connor James" userId="S::condonn@iu.edu::e50f7690-f9c7-4d51-bc4c-5fba0fa60270" providerId="AD" clId="Web-{28765244-EDD1-8CCC-6C0F-4F96A12D7C43}" dt="2026-04-28T03:30:10.497" v="12" actId="1076"/>
          <ac:picMkLst>
            <pc:docMk/>
            <pc:sldMk cId="3510549162" sldId="279"/>
            <ac:picMk id="89" creationId="{DEB1D358-4408-3301-C918-59AEC33BABB9}"/>
          </ac:picMkLst>
        </pc:picChg>
      </pc:sldChg>
      <pc:sldChg chg="addSp modSp">
        <pc:chgData name="Donnelly, Connor James" userId="S::condonn@iu.edu::e50f7690-f9c7-4d51-bc4c-5fba0fa60270" providerId="AD" clId="Web-{28765244-EDD1-8CCC-6C0F-4F96A12D7C43}" dt="2026-04-28T03:29:36.872" v="9" actId="1076"/>
        <pc:sldMkLst>
          <pc:docMk/>
          <pc:sldMk cId="4041491138" sldId="280"/>
        </pc:sldMkLst>
        <pc:spChg chg="mod">
          <ac:chgData name="Donnelly, Connor James" userId="S::condonn@iu.edu::e50f7690-f9c7-4d51-bc4c-5fba0fa60270" providerId="AD" clId="Web-{28765244-EDD1-8CCC-6C0F-4F96A12D7C43}" dt="2026-04-28T03:29:36.872" v="9" actId="1076"/>
          <ac:spMkLst>
            <pc:docMk/>
            <pc:sldMk cId="4041491138" sldId="280"/>
            <ac:spMk id="90" creationId="{9EFAF6B2-EF42-DF02-9B6E-6D8312B4EF95}"/>
          </ac:spMkLst>
        </pc:spChg>
        <pc:picChg chg="add mod">
          <ac:chgData name="Donnelly, Connor James" userId="S::condonn@iu.edu::e50f7690-f9c7-4d51-bc4c-5fba0fa60270" providerId="AD" clId="Web-{28765244-EDD1-8CCC-6C0F-4F96A12D7C43}" dt="2026-04-28T03:29:21.794" v="8" actId="1076"/>
          <ac:picMkLst>
            <pc:docMk/>
            <pc:sldMk cId="4041491138" sldId="280"/>
            <ac:picMk id="89" creationId="{2E2276C5-49DC-965D-1FC4-44550329AB5B}"/>
          </ac:picMkLst>
        </pc:picChg>
        <pc:picChg chg="add mod">
          <ac:chgData name="Donnelly, Connor James" userId="S::condonn@iu.edu::e50f7690-f9c7-4d51-bc4c-5fba0fa60270" providerId="AD" clId="Web-{28765244-EDD1-8CCC-6C0F-4F96A12D7C43}" dt="2026-04-28T03:29:13.591" v="6" actId="1076"/>
          <ac:picMkLst>
            <pc:docMk/>
            <pc:sldMk cId="4041491138" sldId="280"/>
            <ac:picMk id="91" creationId="{A2A09222-D35B-4681-9DB7-8057A1D5F8D9}"/>
          </ac:picMkLst>
        </pc:picChg>
      </pc:sldChg>
    </pc:docChg>
  </pc:docChgLst>
  <pc:docChgLst>
    <pc:chgData name="Chemitiganti, Rohith" userId="S::rochem@iu.edu::772f1262-1db5-4c40-9cef-22f6295bfa8d" providerId="AD" clId="Web-{352A465C-6175-2EE9-5F24-CDF66351B605}"/>
    <pc:docChg chg="addSld modSld">
      <pc:chgData name="Chemitiganti, Rohith" userId="S::rochem@iu.edu::772f1262-1db5-4c40-9cef-22f6295bfa8d" providerId="AD" clId="Web-{352A465C-6175-2EE9-5F24-CDF66351B605}" dt="2026-04-28T01:16:05.941" v="6"/>
      <pc:docMkLst>
        <pc:docMk/>
      </pc:docMkLst>
      <pc:sldChg chg="addSp delSp new">
        <pc:chgData name="Chemitiganti, Rohith" userId="S::rochem@iu.edu::772f1262-1db5-4c40-9cef-22f6295bfa8d" providerId="AD" clId="Web-{352A465C-6175-2EE9-5F24-CDF66351B605}" dt="2026-04-28T01:16:05.941" v="6"/>
        <pc:sldMkLst>
          <pc:docMk/>
          <pc:sldMk cId="4139715639" sldId="272"/>
        </pc:sldMkLst>
        <pc:spChg chg="add del">
          <ac:chgData name="Chemitiganti, Rohith" userId="S::rochem@iu.edu::772f1262-1db5-4c40-9cef-22f6295bfa8d" providerId="AD" clId="Web-{352A465C-6175-2EE9-5F24-CDF66351B605}" dt="2026-04-28T01:15:40.973" v="2"/>
          <ac:spMkLst>
            <pc:docMk/>
            <pc:sldMk cId="4139715639" sldId="272"/>
            <ac:spMk id="2" creationId="{0C80F871-2A9E-91FB-218C-ED4C3468F8C1}"/>
          </ac:spMkLst>
        </pc:spChg>
        <pc:spChg chg="add del">
          <ac:chgData name="Chemitiganti, Rohith" userId="S::rochem@iu.edu::772f1262-1db5-4c40-9cef-22f6295bfa8d" providerId="AD" clId="Web-{352A465C-6175-2EE9-5F24-CDF66351B605}" dt="2026-04-28T01:15:47.973" v="4"/>
          <ac:spMkLst>
            <pc:docMk/>
            <pc:sldMk cId="4139715639" sldId="272"/>
            <ac:spMk id="3" creationId="{FA30C21A-FE08-FF54-8BFA-4FEB14851F29}"/>
          </ac:spMkLst>
        </pc:spChg>
        <pc:spChg chg="add del">
          <ac:chgData name="Chemitiganti, Rohith" userId="S::rochem@iu.edu::772f1262-1db5-4c40-9cef-22f6295bfa8d" providerId="AD" clId="Web-{352A465C-6175-2EE9-5F24-CDF66351B605}" dt="2026-04-28T01:16:05.941" v="6"/>
          <ac:spMkLst>
            <pc:docMk/>
            <pc:sldMk cId="4139715639" sldId="272"/>
            <ac:spMk id="4" creationId="{5CBD8320-CAC6-3A24-4442-2587387F1B4C}"/>
          </ac:spMkLst>
        </pc:spChg>
      </pc:sldChg>
    </pc:docChg>
  </pc:docChgLst>
  <pc:docChgLst>
    <pc:chgData name="Donnelly, Connor James" userId="S::condonn@iu.edu::e50f7690-f9c7-4d51-bc4c-5fba0fa60270" providerId="AD" clId="Web-{22EE8DC7-053E-6D8B-8E6C-EF54D998C097}"/>
    <pc:docChg chg="addSld delSld">
      <pc:chgData name="Donnelly, Connor James" userId="S::condonn@iu.edu::e50f7690-f9c7-4d51-bc4c-5fba0fa60270" providerId="AD" clId="Web-{22EE8DC7-053E-6D8B-8E6C-EF54D998C097}" dt="2026-04-28T00:58:33.404" v="1"/>
      <pc:docMkLst>
        <pc:docMk/>
      </pc:docMkLst>
      <pc:sldChg chg="new del">
        <pc:chgData name="Donnelly, Connor James" userId="S::condonn@iu.edu::e50f7690-f9c7-4d51-bc4c-5fba0fa60270" providerId="AD" clId="Web-{22EE8DC7-053E-6D8B-8E6C-EF54D998C097}" dt="2026-04-28T00:58:33.404" v="1"/>
        <pc:sldMkLst>
          <pc:docMk/>
          <pc:sldMk cId="315220338" sldId="272"/>
        </pc:sldMkLst>
      </pc:sldChg>
    </pc:docChg>
  </pc:docChgLst>
  <pc:docChgLst>
    <pc:chgData name="Donnelly, Connor James" userId="S::condonn@iu.edu::e50f7690-f9c7-4d51-bc4c-5fba0fa60270" providerId="AD" clId="Web-{C5CEE265-8166-1A53-8245-3C0C6A63F661}"/>
    <pc:docChg chg="delSld modSld">
      <pc:chgData name="Donnelly, Connor James" userId="S::condonn@iu.edu::e50f7690-f9c7-4d51-bc4c-5fba0fa60270" providerId="AD" clId="Web-{C5CEE265-8166-1A53-8245-3C0C6A63F661}" dt="2026-04-28T12:46:07.259" v="25"/>
      <pc:docMkLst>
        <pc:docMk/>
      </pc:docMkLst>
      <pc:sldChg chg="del">
        <pc:chgData name="Donnelly, Connor James" userId="S::condonn@iu.edu::e50f7690-f9c7-4d51-bc4c-5fba0fa60270" providerId="AD" clId="Web-{C5CEE265-8166-1A53-8245-3C0C6A63F661}" dt="2026-04-28T12:46:07.259" v="25"/>
        <pc:sldMkLst>
          <pc:docMk/>
          <pc:sldMk cId="4139715639" sldId="272"/>
        </pc:sldMkLst>
      </pc:sldChg>
      <pc:sldChg chg="addSp modSp">
        <pc:chgData name="Donnelly, Connor James" userId="S::condonn@iu.edu::e50f7690-f9c7-4d51-bc4c-5fba0fa60270" providerId="AD" clId="Web-{C5CEE265-8166-1A53-8245-3C0C6A63F661}" dt="2026-04-28T12:03:34.069" v="24" actId="1076"/>
        <pc:sldMkLst>
          <pc:docMk/>
          <pc:sldMk cId="915017563" sldId="275"/>
        </pc:sldMkLst>
        <pc:spChg chg="mod">
          <ac:chgData name="Donnelly, Connor James" userId="S::condonn@iu.edu::e50f7690-f9c7-4d51-bc4c-5fba0fa60270" providerId="AD" clId="Web-{C5CEE265-8166-1A53-8245-3C0C6A63F661}" dt="2026-04-28T12:02:23.850" v="18" actId="1076"/>
          <ac:spMkLst>
            <pc:docMk/>
            <pc:sldMk cId="915017563" sldId="275"/>
            <ac:spMk id="98" creationId="{5EE25B47-76C4-79AE-40BF-39756C6E3D47}"/>
          </ac:spMkLst>
        </pc:spChg>
        <pc:picChg chg="add mod">
          <ac:chgData name="Donnelly, Connor James" userId="S::condonn@iu.edu::e50f7690-f9c7-4d51-bc4c-5fba0fa60270" providerId="AD" clId="Web-{C5CEE265-8166-1A53-8245-3C0C6A63F661}" dt="2026-04-28T12:03:34.069" v="24" actId="1076"/>
          <ac:picMkLst>
            <pc:docMk/>
            <pc:sldMk cId="915017563" sldId="275"/>
            <ac:picMk id="89" creationId="{C66034A7-4C2D-CC73-629B-60F15B60AB12}"/>
          </ac:picMkLst>
        </pc:picChg>
      </pc:sldChg>
      <pc:sldChg chg="addSp modSp">
        <pc:chgData name="Donnelly, Connor James" userId="S::condonn@iu.edu::e50f7690-f9c7-4d51-bc4c-5fba0fa60270" providerId="AD" clId="Web-{C5CEE265-8166-1A53-8245-3C0C6A63F661}" dt="2026-04-28T12:01:26.398" v="10" actId="1076"/>
        <pc:sldMkLst>
          <pc:docMk/>
          <pc:sldMk cId="1466277384" sldId="276"/>
        </pc:sldMkLst>
        <pc:picChg chg="add mod">
          <ac:chgData name="Donnelly, Connor James" userId="S::condonn@iu.edu::e50f7690-f9c7-4d51-bc4c-5fba0fa60270" providerId="AD" clId="Web-{C5CEE265-8166-1A53-8245-3C0C6A63F661}" dt="2026-04-28T12:01:26.398" v="10" actId="1076"/>
          <ac:picMkLst>
            <pc:docMk/>
            <pc:sldMk cId="1466277384" sldId="276"/>
            <ac:picMk id="89" creationId="{C729E1A8-BABD-433E-1137-40A2524B96B1}"/>
          </ac:picMkLst>
        </pc:picChg>
      </pc:sldChg>
      <pc:sldChg chg="addSp modSp">
        <pc:chgData name="Donnelly, Connor James" userId="S::condonn@iu.edu::e50f7690-f9c7-4d51-bc4c-5fba0fa60270" providerId="AD" clId="Web-{C5CEE265-8166-1A53-8245-3C0C6A63F661}" dt="2026-04-28T12:03:10.569" v="22" actId="20577"/>
        <pc:sldMkLst>
          <pc:docMk/>
          <pc:sldMk cId="1605712538" sldId="278"/>
        </pc:sldMkLst>
        <pc:spChg chg="mod">
          <ac:chgData name="Donnelly, Connor James" userId="S::condonn@iu.edu::e50f7690-f9c7-4d51-bc4c-5fba0fa60270" providerId="AD" clId="Web-{C5CEE265-8166-1A53-8245-3C0C6A63F661}" dt="2026-04-28T12:03:10.569" v="22" actId="20577"/>
          <ac:spMkLst>
            <pc:docMk/>
            <pc:sldMk cId="1605712538" sldId="278"/>
            <ac:spMk id="90" creationId="{68020B09-CB22-E801-FF6D-003F129FA203}"/>
          </ac:spMkLst>
        </pc:spChg>
        <pc:picChg chg="add mod">
          <ac:chgData name="Donnelly, Connor James" userId="S::condonn@iu.edu::e50f7690-f9c7-4d51-bc4c-5fba0fa60270" providerId="AD" clId="Web-{C5CEE265-8166-1A53-8245-3C0C6A63F661}" dt="2026-04-28T12:00:40.961" v="4" actId="1076"/>
          <ac:picMkLst>
            <pc:docMk/>
            <pc:sldMk cId="1605712538" sldId="278"/>
            <ac:picMk id="89" creationId="{E80931D2-1847-98C1-CCB0-D852C10A1C3C}"/>
          </ac:picMkLst>
        </pc:picChg>
      </pc:sldChg>
      <pc:sldChg chg="modSp">
        <pc:chgData name="Donnelly, Connor James" userId="S::condonn@iu.edu::e50f7690-f9c7-4d51-bc4c-5fba0fa60270" providerId="AD" clId="Web-{C5CEE265-8166-1A53-8245-3C0C6A63F661}" dt="2026-04-28T12:01:36.319" v="11" actId="1076"/>
        <pc:sldMkLst>
          <pc:docMk/>
          <pc:sldMk cId="3510549162" sldId="279"/>
        </pc:sldMkLst>
        <pc:picChg chg="mod">
          <ac:chgData name="Donnelly, Connor James" userId="S::condonn@iu.edu::e50f7690-f9c7-4d51-bc4c-5fba0fa60270" providerId="AD" clId="Web-{C5CEE265-8166-1A53-8245-3C0C6A63F661}" dt="2026-04-28T12:01:36.319" v="11" actId="1076"/>
          <ac:picMkLst>
            <pc:docMk/>
            <pc:sldMk cId="3510549162" sldId="279"/>
            <ac:picMk id="89" creationId="{DEB1D358-4408-3301-C918-59AEC33BABB9}"/>
          </ac:picMkLst>
        </pc:picChg>
      </pc:sldChg>
    </pc:docChg>
  </pc:docChgLst>
  <pc:docChgLst>
    <pc:chgData name="Donnelly, Connor James" userId="S::condonn@iu.edu::e50f7690-f9c7-4d51-bc4c-5fba0fa60270" providerId="AD" clId="Web-{2A57A927-8720-F1DC-EFE4-61E03DCC1166}"/>
    <pc:docChg chg="modSld">
      <pc:chgData name="Donnelly, Connor James" userId="S::condonn@iu.edu::e50f7690-f9c7-4d51-bc4c-5fba0fa60270" providerId="AD" clId="Web-{2A57A927-8720-F1DC-EFE4-61E03DCC1166}" dt="2026-04-28T13:31:34.239" v="4" actId="1076"/>
      <pc:docMkLst>
        <pc:docMk/>
      </pc:docMkLst>
      <pc:sldChg chg="addSp modSp">
        <pc:chgData name="Donnelly, Connor James" userId="S::condonn@iu.edu::e50f7690-f9c7-4d51-bc4c-5fba0fa60270" providerId="AD" clId="Web-{2A57A927-8720-F1DC-EFE4-61E03DCC1166}" dt="2026-04-28T13:31:34.239" v="4" actId="1076"/>
        <pc:sldMkLst>
          <pc:docMk/>
          <pc:sldMk cId="1536173005" sldId="277"/>
        </pc:sldMkLst>
        <pc:picChg chg="add mod">
          <ac:chgData name="Donnelly, Connor James" userId="S::condonn@iu.edu::e50f7690-f9c7-4d51-bc4c-5fba0fa60270" providerId="AD" clId="Web-{2A57A927-8720-F1DC-EFE4-61E03DCC1166}" dt="2026-04-28T13:31:34.239" v="4" actId="1076"/>
          <ac:picMkLst>
            <pc:docMk/>
            <pc:sldMk cId="1536173005" sldId="277"/>
            <ac:picMk id="89" creationId="{B73F5548-77D2-68A7-A7B7-19E895A18247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A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Premium Subs</c:v>
                </c:pt>
              </c:strCache>
            </c:strRef>
          </c:tx>
          <c:spPr>
            <a:solidFill>
              <a:srgbClr val="00D67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</c:v>
                </c:pt>
                <c:pt idx="1">
                  <c:v>1800</c:v>
                </c:pt>
                <c:pt idx="2">
                  <c:v>5600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E-4362-ACF0-822EC0E90B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4A8A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403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8A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1F1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A1F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611AA-B639-45D3-87E5-84F6DF78ACA1}" type="datetimeFigureOut"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6A941-0C82-4FAB-86BF-7F9153C78B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43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05613-2956-2EEC-0C1A-FD4B933A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558FE-CA7C-7E49-3A89-E759D560C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586CC1-6141-B10A-E2AF-29C60A5D9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9A052-B1D2-0FDC-29F1-223E541943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77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Add appendix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Clean it up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31EE-0D42-6506-77AC-5D33E3418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04C0A-D8E2-71D9-6593-7682BB390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F1A0-7741-4379-EEEC-9442B4AAB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B0CD9-ECC1-2CB6-90AD-C45531FEAA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164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30C69-92BB-DD6E-F5BB-D8D390C6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F6C916-796D-51A3-443C-342640763F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A4E709-1590-71F2-36A1-756EDBE92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E4EE6-5B7B-9520-0655-862691ADCC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110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8C98B-3C79-BA0E-6B8E-BB6C51FE5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3823A-067F-23E7-7F78-367AB6AD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2CC02-5ED5-0726-969E-81BEED50E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4B4FD-EDB2-6FE2-801D-8B86F275C5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15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F4113-DEB3-3971-561B-642949590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3F14B5-1613-B14B-2E49-A63160D92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19236-9A2E-7730-1A12-0AAFA56D5C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AD865-2815-C4E0-A1E7-8D64C75AFD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541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B805-F6A7-150B-C123-D5FB2FC6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95C42D-E8CE-B758-5951-494DC4F48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E3168-AB78-9BFC-C693-95E50DBBE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9F91D-38AC-929E-BAF9-65B001A718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1435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5AFC-AE46-CEBC-E572-AB9DD629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B1AFE-D36C-9DCC-8AA9-865482A34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B7610-A603-907C-2482-1752E105D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EEA87-8E59-3569-8478-C5AB14AEC7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811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A8AB-5A6C-75FD-3F13-95C0F959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7AB0E-B336-837C-9A6D-818AA6B096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A578E9-95E9-B86C-8E06-CD03F09ED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1CE19-B94F-5A68-A235-1DC2D216D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938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822AE-79E6-63CA-5190-8DAB38FED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DC3FD8-2B63-F4BE-605E-7A7624060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2368E-1CF0-51DC-13A2-CAB051EB7B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582BA-DAB8-5ED0-BA3E-342AED132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464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/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89" name="Text 87"/>
          <p:cNvSpPr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Bets.</a:t>
            </a:r>
            <a:endParaRPr lang="en-US" sz="6400"/>
          </a:p>
        </p:txBody>
      </p:sp>
      <p:sp>
        <p:nvSpPr>
          <p:cNvPr id="90" name="Text 88"/>
          <p:cNvSpPr/>
          <p:nvPr/>
        </p:nvSpPr>
        <p:spPr>
          <a:xfrm>
            <a:off x="548640" y="3246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i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Edge.</a:t>
            </a:r>
            <a:endParaRPr lang="en-US" sz="6400"/>
          </a:p>
        </p:txBody>
      </p:sp>
      <p:sp>
        <p:nvSpPr>
          <p:cNvPr id="91" name="Text 89"/>
          <p:cNvSpPr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 for the 60M+ casual sports bettors the sportsbooks built to lose.</a:t>
            </a:r>
            <a:endParaRPr lang="en-US" sz="1800"/>
          </a:p>
        </p:txBody>
      </p:sp>
      <p:sp>
        <p:nvSpPr>
          <p:cNvPr id="92" name="Shape 90"/>
          <p:cNvSpPr/>
          <p:nvPr/>
        </p:nvSpPr>
        <p:spPr>
          <a:xfrm>
            <a:off x="548640" y="5897880"/>
            <a:ext cx="1371600" cy="0"/>
          </a:xfrm>
          <a:prstGeom prst="line">
            <a:avLst/>
          </a:prstGeom>
          <a:noFill/>
          <a:ln w="25400">
            <a:solidFill>
              <a:srgbClr val="F4B41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4864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Chemitiganti  ·  CEO &amp; Co-Founder</a:t>
            </a:r>
            <a:endParaRPr lang="en-US" sz="1200"/>
          </a:p>
        </p:txBody>
      </p:sp>
      <p:sp>
        <p:nvSpPr>
          <p:cNvPr id="94" name="Text 92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Connor Donnelly  ·  CMO &amp; Co-Founder</a:t>
            </a:r>
            <a:endParaRPr lang="en-US" sz="1200"/>
          </a:p>
        </p:txBody>
      </p:sp>
      <p:sp>
        <p:nvSpPr>
          <p:cNvPr id="95" name="Text 93"/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Sportsbooks profit when you don't know yourself.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11880" cy="2834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3611880" cy="54864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7.5¢</a:t>
            </a:r>
            <a:endParaRPr lang="en-US" sz="800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on every $1 wagered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229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median U.S. sports bettor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611880" cy="2834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74520"/>
            <a:ext cx="3611880" cy="54864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</a:t>
            </a:r>
            <a:endParaRPr lang="en-US" sz="8000"/>
          </a:p>
        </p:txBody>
      </p:sp>
      <p:sp>
        <p:nvSpPr>
          <p:cNvPr id="13" name="Text 11"/>
          <p:cNvSpPr/>
          <p:nvPr/>
        </p:nvSpPr>
        <p:spPr>
          <a:xfrm>
            <a:off x="46177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20–45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61772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hold an active sportsbook account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138160" y="1874520"/>
            <a:ext cx="3611880" cy="2834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874520"/>
            <a:ext cx="3611880" cy="54864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0312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0"/>
          </a:p>
        </p:txBody>
      </p:sp>
      <p:sp>
        <p:nvSpPr>
          <p:cNvPr id="18" name="Text 16"/>
          <p:cNvSpPr/>
          <p:nvPr/>
        </p:nvSpPr>
        <p:spPr>
          <a:xfrm>
            <a:off x="841248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metrics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41248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to users by FanDuel or DraftKings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4415" cy="91440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29200"/>
            <a:ext cx="107286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casual bettor isn't dumb — they're uninformed. </a:t>
            </a:r>
            <a:r>
              <a:rPr lang="en-US" sz="16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Sportsbooks give just enough data to bet, never enough to learn. That gap is GreenLine.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7887F-6125-881A-2EF0-06A13E7FF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E8AE945-1A5B-BADB-AE72-AC7CA6B304A1}"/>
              </a:ext>
            </a:extLst>
          </p:cNvPr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How people choose to bet right now</a:t>
            </a:r>
            <a:endParaRPr lang="en-US"/>
          </a:p>
        </p:txBody>
      </p:sp>
      <p:pic>
        <p:nvPicPr>
          <p:cNvPr id="25" name="Picture 24" descr="A screenshot of a screenshot of a baseball player&#10;&#10;AI-generated content may be incorrect.">
            <a:extLst>
              <a:ext uri="{FF2B5EF4-FFF2-40B4-BE49-F238E27FC236}">
                <a16:creationId xmlns:a16="http://schemas.microsoft.com/office/drawing/2014/main" id="{311C1B98-0D7C-2117-F5BE-14D545083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098" y="1710880"/>
            <a:ext cx="4151285" cy="39782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85DB8A-6C75-D2EF-9A3A-C5497CE2B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591" y="515285"/>
            <a:ext cx="2436706" cy="5372809"/>
          </a:xfrm>
          <a:prstGeom prst="rect">
            <a:avLst/>
          </a:prstGeom>
        </p:spPr>
      </p:pic>
      <p:pic>
        <p:nvPicPr>
          <p:cNvPr id="26" name="Picture 25" descr="Confused Person Isolated Images – Browse 315,218 Stock ...">
            <a:extLst>
              <a:ext uri="{FF2B5EF4-FFF2-40B4-BE49-F238E27FC236}">
                <a16:creationId xmlns:a16="http://schemas.microsoft.com/office/drawing/2014/main" id="{41D68E7B-46BE-6984-782F-D8D736D54E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8760" r="-161" b="234"/>
          <a:stretch>
            <a:fillRect/>
          </a:stretch>
        </p:blipFill>
        <p:spPr>
          <a:xfrm>
            <a:off x="5374532" y="3358817"/>
            <a:ext cx="2570375" cy="3420991"/>
          </a:xfrm>
          <a:prstGeom prst="rect">
            <a:avLst/>
          </a:prstGeom>
        </p:spPr>
      </p:pic>
      <p:sp>
        <p:nvSpPr>
          <p:cNvPr id="28" name="Shape 13">
            <a:extLst>
              <a:ext uri="{FF2B5EF4-FFF2-40B4-BE49-F238E27FC236}">
                <a16:creationId xmlns:a16="http://schemas.microsoft.com/office/drawing/2014/main" id="{644B4AB1-BAE6-AA74-CD37-D3107CBA3BDB}"/>
              </a:ext>
            </a:extLst>
          </p:cNvPr>
          <p:cNvSpPr/>
          <p:nvPr/>
        </p:nvSpPr>
        <p:spPr>
          <a:xfrm>
            <a:off x="5659655" y="1409299"/>
            <a:ext cx="2007671" cy="1583356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892BAAC-84AB-86D4-71FA-2FECFF7EDD12}"/>
              </a:ext>
            </a:extLst>
          </p:cNvPr>
          <p:cNvSpPr/>
          <p:nvPr/>
        </p:nvSpPr>
        <p:spPr>
          <a:xfrm>
            <a:off x="5659655" y="1409299"/>
            <a:ext cx="2007671" cy="46843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9554FAC7-0498-7B0C-DCC1-45416C91EC59}"/>
              </a:ext>
            </a:extLst>
          </p:cNvPr>
          <p:cNvSpPr/>
          <p:nvPr/>
        </p:nvSpPr>
        <p:spPr>
          <a:xfrm>
            <a:off x="5797617" y="1605815"/>
            <a:ext cx="871088" cy="40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00" b="1">
                <a:solidFill>
                  <a:srgbClr val="00D67D"/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FDBA02B8-63F6-1A31-9531-185C807BC92A}"/>
              </a:ext>
            </a:extLst>
          </p:cNvPr>
          <p:cNvSpPr/>
          <p:nvPr/>
        </p:nvSpPr>
        <p:spPr>
          <a:xfrm>
            <a:off x="5797617" y="2075849"/>
            <a:ext cx="1729340" cy="24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minutes</a:t>
            </a:r>
            <a:endParaRPr lang="en-US"/>
          </a:p>
        </p:txBody>
      </p:sp>
      <p:sp>
        <p:nvSpPr>
          <p:cNvPr id="36" name="Text 17">
            <a:extLst>
              <a:ext uri="{FF2B5EF4-FFF2-40B4-BE49-F238E27FC236}">
                <a16:creationId xmlns:a16="http://schemas.microsoft.com/office/drawing/2014/main" id="{DA22F2F3-D225-6228-E208-6F6185D7853E}"/>
              </a:ext>
            </a:extLst>
          </p:cNvPr>
          <p:cNvSpPr/>
          <p:nvPr/>
        </p:nvSpPr>
        <p:spPr>
          <a:xfrm>
            <a:off x="5797617" y="2436796"/>
            <a:ext cx="1729340" cy="410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94A8A1"/>
                </a:solidFill>
                <a:ea typeface="Calibri"/>
                <a:cs typeface="Calibri"/>
              </a:rPr>
              <a:t>It takes sports bettors up to 10 minutes to put a bet in</a:t>
            </a:r>
          </a:p>
        </p:txBody>
      </p:sp>
    </p:spTree>
    <p:extLst>
      <p:ext uri="{BB962C8B-B14F-4D97-AF65-F5344CB8AC3E}">
        <p14:creationId xmlns:p14="http://schemas.microsoft.com/office/powerpoint/2010/main" val="4150744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GreenLine: a band-aid built for a wound nobody is treating.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120640" cy="4297680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48840"/>
            <a:ext cx="292608" cy="292608"/>
          </a:xfrm>
          <a:prstGeom prst="rect">
            <a:avLst/>
          </a:prstGeom>
          <a:solidFill>
            <a:srgbClr val="0A1F1A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21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empower sports bettors with the tools to make more responsible decisions — turning gut-feel gamblers into informed financial decision makers.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86868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“Know Your Bets. Find Your Edge.”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86868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analytics. Web + iOS + Android.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6035040" y="1828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pillars of the platform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6035040" y="2286000"/>
            <a:ext cx="2834640" cy="1691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514600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812280" y="2487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Dashboard</a:t>
            </a:r>
            <a:endParaRPr lang="en-US" sz="1300"/>
          </a:p>
        </p:txBody>
      </p:sp>
      <p:sp>
        <p:nvSpPr>
          <p:cNvPr id="17" name="Text 14"/>
          <p:cNvSpPr/>
          <p:nvPr/>
        </p:nvSpPr>
        <p:spPr>
          <a:xfrm>
            <a:off x="6263640" y="3108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P/L by sport, bet type, team, and time of day.</a:t>
            </a:r>
            <a:endParaRPr lang="en-US" sz="1100"/>
          </a:p>
        </p:txBody>
      </p:sp>
      <p:sp>
        <p:nvSpPr>
          <p:cNvPr id="18" name="Shape 15"/>
          <p:cNvSpPr/>
          <p:nvPr/>
        </p:nvSpPr>
        <p:spPr>
          <a:xfrm>
            <a:off x="9052560" y="2286000"/>
            <a:ext cx="2834640" cy="1691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514600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829800" y="24871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Management</a:t>
            </a:r>
            <a:endParaRPr lang="en-US" sz="1300"/>
          </a:p>
        </p:txBody>
      </p:sp>
      <p:sp>
        <p:nvSpPr>
          <p:cNvPr id="21" name="Text 17"/>
          <p:cNvSpPr/>
          <p:nvPr/>
        </p:nvSpPr>
        <p:spPr>
          <a:xfrm>
            <a:off x="9281160" y="3108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ROI plus unit-size &amp; strategy guardrails.</a:t>
            </a:r>
            <a:endParaRPr lang="en-US" sz="1100"/>
          </a:p>
        </p:txBody>
      </p:sp>
      <p:sp>
        <p:nvSpPr>
          <p:cNvPr id="22" name="Shape 18"/>
          <p:cNvSpPr/>
          <p:nvPr/>
        </p:nvSpPr>
        <p:spPr>
          <a:xfrm>
            <a:off x="6035040" y="4160520"/>
            <a:ext cx="2834640" cy="1691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438912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812280" y="4361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300"/>
          </a:p>
        </p:txBody>
      </p:sp>
      <p:sp>
        <p:nvSpPr>
          <p:cNvPr id="25" name="Text 20"/>
          <p:cNvSpPr/>
          <p:nvPr/>
        </p:nvSpPr>
        <p:spPr>
          <a:xfrm>
            <a:off x="6263640" y="4983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“Betting personas” drive personalized recs.</a:t>
            </a:r>
            <a:endParaRPr lang="en-US" sz="1100"/>
          </a:p>
        </p:txBody>
      </p:sp>
      <p:sp>
        <p:nvSpPr>
          <p:cNvPr id="26" name="Shape 21"/>
          <p:cNvSpPr/>
          <p:nvPr/>
        </p:nvSpPr>
        <p:spPr>
          <a:xfrm>
            <a:off x="9052560" y="4160520"/>
            <a:ext cx="2834640" cy="16916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4389120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829800" y="43616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Leaderboards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9281160" y="498348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Insight-sharing, retention loops, social proof.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Phyllis &amp; Phyllis' Friends — the intermediate bettor.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49377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4937760" cy="73152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Intermediate Bettor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2377440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20–45 (focus 18–35)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337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skew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377440" y="3337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male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777240" y="37216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237744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bets / week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777240" y="41788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51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2377440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Cares about profit, follows online “gurus”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777240" y="46360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09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2377440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risk management, no unit sizing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777240" y="50932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66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pay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2377440" y="5166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$5–$10 / month range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777240" y="5550408"/>
            <a:ext cx="4572000" cy="0"/>
          </a:xfrm>
          <a:prstGeom prst="line">
            <a:avLst/>
          </a:prstGeom>
          <a:noFill/>
          <a:ln w="6350">
            <a:solidFill>
              <a:srgbClr val="E5DF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18288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reach them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5852160" y="2331720"/>
            <a:ext cx="5760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2331720"/>
            <a:ext cx="59436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30" name="Text 28"/>
          <p:cNvSpPr/>
          <p:nvPr/>
        </p:nvSpPr>
        <p:spPr>
          <a:xfrm>
            <a:off x="5852160" y="23317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658368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 Campus Beta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6583680" y="262432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active student bettors as design partners and testimonials.</a:t>
            </a:r>
            <a:endParaRPr lang="en-US" sz="1050"/>
          </a:p>
        </p:txBody>
      </p:sp>
      <p:sp>
        <p:nvSpPr>
          <p:cNvPr id="33" name="Shape 31"/>
          <p:cNvSpPr/>
          <p:nvPr/>
        </p:nvSpPr>
        <p:spPr>
          <a:xfrm>
            <a:off x="5852160" y="3081528"/>
            <a:ext cx="5760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3081528"/>
            <a:ext cx="59436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08152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36" name="Text 34"/>
          <p:cNvSpPr/>
          <p:nvPr/>
        </p:nvSpPr>
        <p:spPr>
          <a:xfrm>
            <a:off x="6583680" y="312724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r/sportsbook + Twitter/IG</a:t>
            </a:r>
            <a:endParaRPr lang="en-US" sz="1200"/>
          </a:p>
        </p:txBody>
      </p:sp>
      <p:sp>
        <p:nvSpPr>
          <p:cNvPr id="37" name="Text 35"/>
          <p:cNvSpPr/>
          <p:nvPr/>
        </p:nvSpPr>
        <p:spPr>
          <a:xfrm>
            <a:off x="6583680" y="33741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800k+ engaged community; share data-backed insights to earn trust.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5852160" y="3831336"/>
            <a:ext cx="5760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52160" y="3831336"/>
            <a:ext cx="59436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40" name="Text 38"/>
          <p:cNvSpPr/>
          <p:nvPr/>
        </p:nvSpPr>
        <p:spPr>
          <a:xfrm>
            <a:off x="5852160" y="383133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41" name="Text 39"/>
          <p:cNvSpPr/>
          <p:nvPr/>
        </p:nvSpPr>
        <p:spPr>
          <a:xfrm>
            <a:off x="6583680" y="38770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Ambassadors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6583680" y="412394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creators (10k–100k followers) on commission-based affiliate.</a:t>
            </a:r>
            <a:endParaRPr lang="en-US" sz="1050"/>
          </a:p>
        </p:txBody>
      </p:sp>
      <p:sp>
        <p:nvSpPr>
          <p:cNvPr id="43" name="Shape 41"/>
          <p:cNvSpPr/>
          <p:nvPr/>
        </p:nvSpPr>
        <p:spPr>
          <a:xfrm>
            <a:off x="5852160" y="4581144"/>
            <a:ext cx="5760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852160" y="4581144"/>
            <a:ext cx="59436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4581144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/>
          </a:p>
        </p:txBody>
      </p:sp>
      <p:sp>
        <p:nvSpPr>
          <p:cNvPr id="46" name="Text 44"/>
          <p:cNvSpPr/>
          <p:nvPr/>
        </p:nvSpPr>
        <p:spPr>
          <a:xfrm>
            <a:off x="6583680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SEO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6583680" y="48737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TikTok, YouTube, IG: “what does responsible betting look like?”</a:t>
            </a:r>
            <a:endParaRPr lang="en-US" sz="1050"/>
          </a:p>
        </p:txBody>
      </p:sp>
      <p:sp>
        <p:nvSpPr>
          <p:cNvPr id="48" name="Shape 46"/>
          <p:cNvSpPr/>
          <p:nvPr/>
        </p:nvSpPr>
        <p:spPr>
          <a:xfrm>
            <a:off x="5852160" y="5330952"/>
            <a:ext cx="576072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5330952"/>
            <a:ext cx="59436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50" name="Text 48"/>
          <p:cNvSpPr/>
          <p:nvPr/>
        </p:nvSpPr>
        <p:spPr>
          <a:xfrm>
            <a:off x="5852160" y="533095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/>
          </a:p>
        </p:txBody>
      </p:sp>
      <p:sp>
        <p:nvSpPr>
          <p:cNvPr id="51" name="Text 49"/>
          <p:cNvSpPr/>
          <p:nvPr/>
        </p:nvSpPr>
        <p:spPr>
          <a:xfrm>
            <a:off x="6583680" y="5376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Loop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6583680" y="5623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free month of Premium per converted referral.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Indiana-born, fully remote, AWS-native.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02336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B403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3317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LLC</a:t>
            </a:r>
            <a:endParaRPr lang="en-US" sz="1800"/>
          </a:p>
        </p:txBody>
      </p:sp>
      <p:sp>
        <p:nvSpPr>
          <p:cNvPr id="9" name="Text 6"/>
          <p:cNvSpPr/>
          <p:nvPr/>
        </p:nvSpPr>
        <p:spPr>
          <a:xfrm>
            <a:off x="868680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Indiana LLC: founder protection, no double taxation, flexible equity.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option: Delaware C-Corp at Series A — investor-preferred, tax-friendly, pro-gambling regulation.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611880" cy="402336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148840"/>
            <a:ext cx="777240" cy="777240"/>
          </a:xfrm>
          <a:prstGeom prst="ellipse">
            <a:avLst/>
          </a:prstGeom>
          <a:solidFill>
            <a:srgbClr val="1B403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3317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Fully Remote, Then in Person</a:t>
            </a:r>
            <a:endParaRPr lang="en-US" sz="1800">
              <a:latin typeface="Calibri"/>
              <a:ea typeface="Calibri"/>
              <a:cs typeface="Calibri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663440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 or fixed overhead through Year 2.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standups via Slack/Teams; quarterly in-person team off-sites to build culture.</a:t>
            </a:r>
            <a:endParaRPr lang="en-US" sz="115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611880" cy="402336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58200" y="2148840"/>
            <a:ext cx="777240" cy="777240"/>
          </a:xfrm>
          <a:prstGeom prst="ellipse">
            <a:avLst/>
          </a:prstGeom>
          <a:solidFill>
            <a:srgbClr val="1B403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23317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58200" y="3063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Stack</a:t>
            </a:r>
            <a:endParaRPr lang="en-US" sz="1800"/>
          </a:p>
        </p:txBody>
      </p:sp>
      <p:sp>
        <p:nvSpPr>
          <p:cNvPr id="19" name="Text 14"/>
          <p:cNvSpPr/>
          <p:nvPr/>
        </p:nvSpPr>
        <p:spPr>
          <a:xfrm>
            <a:off x="8458200" y="361188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Amazon Web Services for scale, security, and managed databases.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relationships at AWS unlock startup credits and architecture review.</a:t>
            </a:r>
            <a:endParaRPr lang="en-US" sz="1150"/>
          </a:p>
        </p:txBody>
      </p:sp>
      <p:sp>
        <p:nvSpPr>
          <p:cNvPr id="20" name="Text 15"/>
          <p:cNvSpPr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Indiana? Founders are at IU Kelley — direct access to advisors, faculty, and a built-in beta community.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founders. Three hires. Three advisors.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91440" cy="182880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7" name="Shape 5"/>
          <p:cNvSpPr/>
          <p:nvPr/>
        </p:nvSpPr>
        <p:spPr>
          <a:xfrm>
            <a:off x="712952" y="2101193"/>
            <a:ext cx="1097280" cy="1097280"/>
          </a:xfrm>
          <a:prstGeom prst="ellipse">
            <a:avLst/>
          </a:prstGeom>
          <a:solidFill>
            <a:srgbClr val="05804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214884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 Chemitiganti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21488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148840" y="2651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Healthcare-AI startup (C3rX.ai); 2.5 yrs lead TA in data analytics at IU. Owns back-end models and front-end UX.</a:t>
            </a:r>
            <a:endParaRPr lang="en-US" sz="1100"/>
          </a:p>
        </p:txBody>
      </p:sp>
      <p:sp>
        <p:nvSpPr>
          <p:cNvPr id="12" name="Shape 10"/>
          <p:cNvSpPr/>
          <p:nvPr/>
        </p:nvSpPr>
        <p:spPr>
          <a:xfrm>
            <a:off x="4983480" y="2011680"/>
            <a:ext cx="914400" cy="27432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91440" cy="182880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057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7818120" y="2011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Connor Donnelly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78181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 &amp; Co-Founder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818120" y="26517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 analyst + product development intern (financial services). Owns brand, GTM, customer acquisition.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10652760" y="2011680"/>
            <a:ext cx="914400" cy="27432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2" name="Text 20"/>
          <p:cNvSpPr/>
          <p:nvPr/>
        </p:nvSpPr>
        <p:spPr>
          <a:xfrm>
            <a:off x="10652760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548640" y="3886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hires before launch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548640" y="425196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/>
          </a:p>
        </p:txBody>
      </p:sp>
      <p:sp>
        <p:nvSpPr>
          <p:cNvPr id="26" name="Text 24"/>
          <p:cNvSpPr/>
          <p:nvPr/>
        </p:nvSpPr>
        <p:spPr>
          <a:xfrm>
            <a:off x="114300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Probability Lead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3017520" y="4251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co-founder candidate; tunes models &amp; builds credibility.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/>
          </a:p>
        </p:txBody>
      </p:sp>
      <p:sp>
        <p:nvSpPr>
          <p:cNvPr id="30" name="Text 28"/>
          <p:cNvSpPr/>
          <p:nvPr/>
        </p:nvSpPr>
        <p:spPr>
          <a:xfrm>
            <a:off x="1143000" y="4754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Engineer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3017520" y="47548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shipped on betting/sports datasets; early tester + content.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548640" y="5257800"/>
            <a:ext cx="54864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114300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/ Forum PM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3017520" y="5257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social mechanics, retention loops, and leaderboard design.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6263640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advisors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6263640" y="4251960"/>
            <a:ext cx="5349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343400"/>
            <a:ext cx="274320" cy="27432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42519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Joey Baird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8778240" y="42702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 Senior Lecturer · former founder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8778240" y="447141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building &amp; game development.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6263640" y="4754880"/>
            <a:ext cx="5349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4846320"/>
            <a:ext cx="274320" cy="27432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44" name="Text 42"/>
          <p:cNvSpPr/>
          <p:nvPr/>
        </p:nvSpPr>
        <p:spPr>
          <a:xfrm>
            <a:off x="6720840" y="47548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Oliver “OG” Wells</a:t>
            </a:r>
            <a:endParaRPr lang="en-US" sz="1150"/>
          </a:p>
        </p:txBody>
      </p:sp>
      <p:sp>
        <p:nvSpPr>
          <p:cNvPr id="45" name="Text 43"/>
          <p:cNvSpPr/>
          <p:nvPr/>
        </p:nvSpPr>
        <p:spPr>
          <a:xfrm>
            <a:off x="8778240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 projection-model expert</a:t>
            </a:r>
            <a:endParaRPr lang="en-US" sz="950"/>
          </a:p>
        </p:txBody>
      </p:sp>
      <p:sp>
        <p:nvSpPr>
          <p:cNvPr id="46" name="Text 44"/>
          <p:cNvSpPr/>
          <p:nvPr/>
        </p:nvSpPr>
        <p:spPr>
          <a:xfrm>
            <a:off x="8778240" y="497433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navigation &amp; B2B path.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6263640" y="5257800"/>
            <a:ext cx="53492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DFC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55080" y="5349240"/>
            <a:ext cx="274320" cy="274320"/>
          </a:xfrm>
          <a:prstGeom prst="ellipse">
            <a:avLst/>
          </a:prstGeom>
          <a:solidFill>
            <a:srgbClr val="F4B41A"/>
          </a:solidFill>
          <a:ln/>
        </p:spPr>
      </p:sp>
      <p:sp>
        <p:nvSpPr>
          <p:cNvPr id="49" name="Text 47"/>
          <p:cNvSpPr/>
          <p:nvPr/>
        </p:nvSpPr>
        <p:spPr>
          <a:xfrm>
            <a:off x="672084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Brian Jagger</a:t>
            </a:r>
            <a:endParaRPr lang="en-US" sz="1150"/>
          </a:p>
        </p:txBody>
      </p:sp>
      <p:sp>
        <p:nvSpPr>
          <p:cNvPr id="50" name="Text 48"/>
          <p:cNvSpPr/>
          <p:nvPr/>
        </p:nvSpPr>
        <p:spPr>
          <a:xfrm>
            <a:off x="8778240" y="52760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· serial AI founder</a:t>
            </a:r>
            <a:endParaRPr lang="en-US" sz="950"/>
          </a:p>
        </p:txBody>
      </p:sp>
      <p:sp>
        <p:nvSpPr>
          <p:cNvPr id="51" name="Text 49"/>
          <p:cNvSpPr/>
          <p:nvPr/>
        </p:nvSpPr>
        <p:spPr>
          <a:xfrm>
            <a:off x="8778240" y="5477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architecture &amp; security.</a:t>
            </a:r>
            <a:endParaRPr lang="en-US" sz="950"/>
          </a:p>
        </p:txBody>
      </p:sp>
      <p:sp>
        <p:nvSpPr>
          <p:cNvPr id="52" name="Text 50"/>
          <p:cNvSpPr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Targets: Alex Monohan (</a:t>
            </a:r>
            <a:r>
              <a:rPr lang="en-US" sz="1050" i="1" err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OddsJam</a:t>
            </a:r>
            <a:r>
              <a:rPr lang="en-US" sz="1050" i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 founder)  ·  Kelsey Allen (ex-</a:t>
            </a:r>
            <a:r>
              <a:rPr lang="en-US" sz="1050" i="1" err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Rithmm</a:t>
            </a:r>
            <a:r>
              <a:rPr lang="en-US" sz="1050" i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)  ·  </a:t>
            </a:r>
            <a:r>
              <a:rPr lang="en-US" sz="1050" i="1" err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Breithan</a:t>
            </a:r>
            <a:r>
              <a:rPr lang="en-US" sz="1050" i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i="1" err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Sweich</a:t>
            </a:r>
            <a:r>
              <a:rPr lang="en-US" sz="1050" i="1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 (creator).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pic>
        <p:nvPicPr>
          <p:cNvPr id="55" name="Picture 54" descr="A person wearing glasses and a striped shirt&#10;&#10;AI-generated content may be incorrect.">
            <a:extLst>
              <a:ext uri="{FF2B5EF4-FFF2-40B4-BE49-F238E27FC236}">
                <a16:creationId xmlns:a16="http://schemas.microsoft.com/office/drawing/2014/main" id="{B003CFC7-BF04-360B-7B03-460D0BB6C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24" y="2057813"/>
            <a:ext cx="1310619" cy="1284344"/>
          </a:xfrm>
          <a:prstGeom prst="rect">
            <a:avLst/>
          </a:prstGeom>
        </p:spPr>
      </p:pic>
      <p:pic>
        <p:nvPicPr>
          <p:cNvPr id="56" name="Picture 55" descr="A person sitting on steps&#10;&#10;AI-generated content may be incorrect.">
            <a:extLst>
              <a:ext uri="{FF2B5EF4-FFF2-40B4-BE49-F238E27FC236}">
                <a16:creationId xmlns:a16="http://schemas.microsoft.com/office/drawing/2014/main" id="{5642BAB0-2F68-D4A1-3660-71159A3BC8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905" y="2059808"/>
            <a:ext cx="988191" cy="1433349"/>
          </a:xfrm>
          <a:prstGeom prst="rect">
            <a:avLst/>
          </a:prstGeom>
        </p:spPr>
      </p:pic>
      <p:pic>
        <p:nvPicPr>
          <p:cNvPr id="57" name="Picture 56" descr="Profile image">
            <a:extLst>
              <a:ext uri="{FF2B5EF4-FFF2-40B4-BE49-F238E27FC236}">
                <a16:creationId xmlns:a16="http://schemas.microsoft.com/office/drawing/2014/main" id="{FC43ACE1-BEA7-3116-6827-5500360FC1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177" y="4773446"/>
            <a:ext cx="428057" cy="455450"/>
          </a:xfrm>
          <a:prstGeom prst="rect">
            <a:avLst/>
          </a:prstGeom>
        </p:spPr>
      </p:pic>
      <p:pic>
        <p:nvPicPr>
          <p:cNvPr id="58" name="Picture 57" descr="Profile image">
            <a:extLst>
              <a:ext uri="{FF2B5EF4-FFF2-40B4-BE49-F238E27FC236}">
                <a16:creationId xmlns:a16="http://schemas.microsoft.com/office/drawing/2014/main" id="{9A907D5D-7273-5179-B105-93D76C255B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2999" y="4274206"/>
            <a:ext cx="429173" cy="455449"/>
          </a:xfrm>
          <a:prstGeom prst="rect">
            <a:avLst/>
          </a:prstGeom>
        </p:spPr>
      </p:pic>
      <p:pic>
        <p:nvPicPr>
          <p:cNvPr id="59" name="Picture 58" descr="Profile image">
            <a:extLst>
              <a:ext uri="{FF2B5EF4-FFF2-40B4-BE49-F238E27FC236}">
                <a16:creationId xmlns:a16="http://schemas.microsoft.com/office/drawing/2014/main" id="{7A92F695-BD97-F1EF-A64A-FBFDF1BC8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0800000" flipV="1">
            <a:off x="6231760" y="5272689"/>
            <a:ext cx="420413" cy="455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160717" y="624167"/>
            <a:ext cx="9438904" cy="767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bettor's first “one-stop shop” for self-knowledge.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926080" cy="4389120"/>
          </a:xfrm>
          <a:prstGeom prst="roundRect">
            <a:avLst>
              <a:gd name="adj" fmla="val 7813"/>
            </a:avLst>
          </a:prstGeom>
          <a:solidFill>
            <a:srgbClr val="0E2925"/>
          </a:solidFill>
          <a:ln w="19050">
            <a:solidFill>
              <a:srgbClr val="00D6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65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9:41    GreenLine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960120" y="2331720"/>
            <a:ext cx="1280160" cy="82296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105156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2200"/>
          </a:p>
        </p:txBody>
      </p:sp>
      <p:sp>
        <p:nvSpPr>
          <p:cNvPr id="10" name="Shape 8"/>
          <p:cNvSpPr/>
          <p:nvPr/>
        </p:nvSpPr>
        <p:spPr>
          <a:xfrm>
            <a:off x="2331720" y="2331720"/>
            <a:ext cx="1280160" cy="82296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2377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423160" y="26060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54.1%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960120" y="3291840"/>
            <a:ext cx="2651760" cy="109728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3375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· 30d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1051560" y="4334256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43584" y="429768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35608" y="420624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27632" y="416052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19656" y="4069080"/>
            <a:ext cx="192024" cy="4572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11480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03704" y="4023360"/>
            <a:ext cx="192024" cy="18288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041648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87752" y="397764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79776" y="3931920"/>
            <a:ext cx="192024" cy="18288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3950208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63824" y="3886200"/>
            <a:ext cx="192024" cy="0"/>
          </a:xfrm>
          <a:prstGeom prst="line">
            <a:avLst/>
          </a:prstGeom>
          <a:noFill/>
          <a:ln w="25400">
            <a:solidFill>
              <a:srgbClr val="00D67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526280"/>
            <a:ext cx="2651760" cy="45720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28" name="Text 26"/>
          <p:cNvSpPr/>
          <p:nvPr/>
        </p:nvSpPr>
        <p:spPr>
          <a:xfrm>
            <a:off x="1051560" y="4526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· Weekend Parlay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960120" y="5120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you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960120" y="5349240"/>
            <a:ext cx="2651760" cy="246888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534924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· Sunday early slate</a:t>
            </a:r>
            <a:endParaRPr lang="en-US" sz="950"/>
          </a:p>
        </p:txBody>
      </p:sp>
      <p:sp>
        <p:nvSpPr>
          <p:cNvPr id="32" name="Shape 30"/>
          <p:cNvSpPr/>
          <p:nvPr/>
        </p:nvSpPr>
        <p:spPr>
          <a:xfrm>
            <a:off x="960120" y="5623560"/>
            <a:ext cx="2651760" cy="246888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562356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NBA · Player Props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960120" y="5897880"/>
            <a:ext cx="2651760" cy="246888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5897880"/>
            <a:ext cx="2377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MLB · Run line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3931920" y="1828800"/>
            <a:ext cx="7772400" cy="96012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31920" y="1828800"/>
            <a:ext cx="73152" cy="960120"/>
          </a:xfrm>
          <a:prstGeom prst="rect">
            <a:avLst/>
          </a:prstGeom>
          <a:solidFill>
            <a:srgbClr val="00D67D"/>
          </a:solidFill>
          <a:ln/>
        </p:spPr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029968"/>
            <a:ext cx="548640" cy="54864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4846320" y="19659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600"/>
          </a:p>
        </p:txBody>
      </p:sp>
      <p:sp>
        <p:nvSpPr>
          <p:cNvPr id="40" name="Text 37"/>
          <p:cNvSpPr/>
          <p:nvPr/>
        </p:nvSpPr>
        <p:spPr>
          <a:xfrm>
            <a:off x="4846320" y="233172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Profit/Loss by sport, bet type, team, and time of day. The “mirror” sportsbooks won't show you.</a:t>
            </a:r>
            <a:endParaRPr lang="en-US" sz="1150"/>
          </a:p>
        </p:txBody>
      </p:sp>
      <p:sp>
        <p:nvSpPr>
          <p:cNvPr id="41" name="Shape 38"/>
          <p:cNvSpPr/>
          <p:nvPr/>
        </p:nvSpPr>
        <p:spPr>
          <a:xfrm>
            <a:off x="3931920" y="2926080"/>
            <a:ext cx="7772400" cy="96012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931920" y="2926080"/>
            <a:ext cx="73152" cy="960120"/>
          </a:xfrm>
          <a:prstGeom prst="rect">
            <a:avLst/>
          </a:prstGeom>
          <a:solidFill>
            <a:srgbClr val="00D67D"/>
          </a:solidFill>
          <a:ln/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127248"/>
            <a:ext cx="548640" cy="54864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4846320" y="306324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Management</a:t>
            </a:r>
            <a:endParaRPr lang="en-US" sz="1600"/>
          </a:p>
        </p:txBody>
      </p:sp>
      <p:sp>
        <p:nvSpPr>
          <p:cNvPr id="45" name="Text 41"/>
          <p:cNvSpPr/>
          <p:nvPr/>
        </p:nvSpPr>
        <p:spPr>
          <a:xfrm>
            <a:off x="4846320" y="34290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ROI view + adaptive unit-size logic and warnings before tilt.</a:t>
            </a:r>
            <a:endParaRPr lang="en-US" sz="1150"/>
          </a:p>
        </p:txBody>
      </p:sp>
      <p:sp>
        <p:nvSpPr>
          <p:cNvPr id="46" name="Shape 42"/>
          <p:cNvSpPr/>
          <p:nvPr/>
        </p:nvSpPr>
        <p:spPr>
          <a:xfrm>
            <a:off x="3931920" y="4023360"/>
            <a:ext cx="7772400" cy="96012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931920" y="4023360"/>
            <a:ext cx="73152" cy="960120"/>
          </a:xfrm>
          <a:prstGeom prst="rect">
            <a:avLst/>
          </a:prstGeom>
          <a:solidFill>
            <a:srgbClr val="00D67D"/>
          </a:solidFill>
          <a:ln/>
        </p:spPr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20" y="4224528"/>
            <a:ext cx="548640" cy="548640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4846320" y="41605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600"/>
          </a:p>
        </p:txBody>
      </p:sp>
      <p:sp>
        <p:nvSpPr>
          <p:cNvPr id="50" name="Text 45"/>
          <p:cNvSpPr/>
          <p:nvPr/>
        </p:nvSpPr>
        <p:spPr>
          <a:xfrm>
            <a:off x="4846320" y="45262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“Betting personas” drive recs based on expected value AND your real history.</a:t>
            </a:r>
            <a:endParaRPr lang="en-US" sz="1150"/>
          </a:p>
        </p:txBody>
      </p:sp>
      <p:sp>
        <p:nvSpPr>
          <p:cNvPr id="51" name="Shape 46"/>
          <p:cNvSpPr/>
          <p:nvPr/>
        </p:nvSpPr>
        <p:spPr>
          <a:xfrm>
            <a:off x="3931920" y="5120640"/>
            <a:ext cx="7772400" cy="96012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931920" y="5120640"/>
            <a:ext cx="73152" cy="960120"/>
          </a:xfrm>
          <a:prstGeom prst="rect">
            <a:avLst/>
          </a:prstGeom>
          <a:solidFill>
            <a:srgbClr val="00D67D"/>
          </a:solidFill>
          <a:ln/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5321808"/>
            <a:ext cx="548640" cy="54864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4846320" y="5257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+ Leaderboards</a:t>
            </a:r>
            <a:endParaRPr lang="en-US" sz="1600"/>
          </a:p>
        </p:txBody>
      </p:sp>
      <p:sp>
        <p:nvSpPr>
          <p:cNvPr id="55" name="Text 49"/>
          <p:cNvSpPr/>
          <p:nvPr/>
        </p:nvSpPr>
        <p:spPr>
          <a:xfrm>
            <a:off x="4846320" y="562356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Insight-sharing, weekly trivia, points system — keeps users engaged off-game-day.</a:t>
            </a:r>
            <a:endParaRPr lang="en-US" sz="1150"/>
          </a:p>
        </p:txBody>
      </p:sp>
      <p:pic>
        <p:nvPicPr>
          <p:cNvPr id="2" name="Picture 1" descr="A screenshot of a sports app&#10;&#10;AI-generated content may be incorrect.">
            <a:extLst>
              <a:ext uri="{FF2B5EF4-FFF2-40B4-BE49-F238E27FC236}">
                <a16:creationId xmlns:a16="http://schemas.microsoft.com/office/drawing/2014/main" id="{1679A304-C4F8-6FC2-999F-E5624EA7D1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472" y="451882"/>
            <a:ext cx="4016457" cy="62412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giant industries — and the gap between them is ours.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520440" cy="64008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$125B</a:t>
            </a:r>
            <a:endParaRPr lang="en-US" sz="540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Sports Betting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not where we play.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206240" y="1828800"/>
            <a:ext cx="35204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828800"/>
            <a:ext cx="3520440" cy="64008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011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$5.7B+</a:t>
            </a:r>
            <a:endParaRPr lang="en-US" sz="5400"/>
          </a:p>
        </p:txBody>
      </p:sp>
      <p:sp>
        <p:nvSpPr>
          <p:cNvPr id="13" name="Text 11"/>
          <p:cNvSpPr/>
          <p:nvPr/>
        </p:nvSpPr>
        <p:spPr>
          <a:xfrm>
            <a:off x="4434840" y="2971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Analytics Software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434840" y="3246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in 2025; projected $29.7B by 2034.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809244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play in the bettor pyramid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9281160" y="2240280"/>
            <a:ext cx="1463040" cy="548640"/>
          </a:xfrm>
          <a:prstGeom prst="rect">
            <a:avLst/>
          </a:prstGeom>
          <a:solidFill>
            <a:srgbClr val="94A8A1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8823960" y="2532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~2–3% · Built their own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8823960" y="2834640"/>
            <a:ext cx="2377440" cy="64008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8366760" y="3127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 bets/wk · OUR BULLSEYE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8275320" y="3520440"/>
            <a:ext cx="3474720" cy="731520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23" name="Text 21"/>
          <p:cNvSpPr/>
          <p:nvPr/>
        </p:nvSpPr>
        <p:spPr>
          <a:xfrm>
            <a:off x="827532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7818120" y="3813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· Future dependency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548640" y="4023360"/>
            <a:ext cx="7178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023360"/>
            <a:ext cx="91440" cy="210312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· 75 RESPONDENTS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777240" y="4434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0A1F1A"/>
                </a:solidFill>
                <a:latin typeface="Calibri"/>
                <a:ea typeface="Calibri"/>
                <a:cs typeface="Calibri"/>
              </a:rPr>
              <a:t>What people want</a:t>
            </a:r>
            <a:endParaRPr lang="en-US" sz="1800"/>
          </a:p>
        </p:txBody>
      </p:sp>
      <p:sp>
        <p:nvSpPr>
          <p:cNvPr id="29" name="Text 27"/>
          <p:cNvSpPr/>
          <p:nvPr/>
        </p:nvSpPr>
        <p:spPr>
          <a:xfrm>
            <a:off x="777240" y="4937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dashboard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3200400" y="5001768"/>
            <a:ext cx="3657600" cy="146304"/>
          </a:xfrm>
          <a:prstGeom prst="rect">
            <a:avLst/>
          </a:prstGeom>
          <a:solidFill>
            <a:srgbClr val="E5DFCF"/>
          </a:solidFill>
          <a:ln/>
        </p:spPr>
      </p:sp>
      <p:sp>
        <p:nvSpPr>
          <p:cNvPr id="31" name="Shape 29"/>
          <p:cNvSpPr/>
          <p:nvPr/>
        </p:nvSpPr>
        <p:spPr>
          <a:xfrm>
            <a:off x="3200400" y="5001768"/>
            <a:ext cx="2852928" cy="146304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49377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77724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patterns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3200400" y="5276088"/>
            <a:ext cx="3657600" cy="146304"/>
          </a:xfrm>
          <a:prstGeom prst="rect">
            <a:avLst/>
          </a:prstGeom>
          <a:solidFill>
            <a:srgbClr val="E5DFC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0" y="5276088"/>
            <a:ext cx="2340864" cy="146304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36" name="Text 34"/>
          <p:cNvSpPr/>
          <p:nvPr/>
        </p:nvSpPr>
        <p:spPr>
          <a:xfrm>
            <a:off x="6903720" y="5212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777240" y="5486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detection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200400" y="5550408"/>
            <a:ext cx="3657600" cy="146304"/>
          </a:xfrm>
          <a:prstGeom prst="rect">
            <a:avLst/>
          </a:prstGeom>
          <a:solidFill>
            <a:srgbClr val="E5DFCF"/>
          </a:solidFill>
          <a:ln/>
        </p:spPr>
      </p:sp>
      <p:sp>
        <p:nvSpPr>
          <p:cNvPr id="39" name="Shape 37"/>
          <p:cNvSpPr/>
          <p:nvPr/>
        </p:nvSpPr>
        <p:spPr>
          <a:xfrm>
            <a:off x="3200400" y="5550408"/>
            <a:ext cx="2231136" cy="146304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40" name="Text 38"/>
          <p:cNvSpPr/>
          <p:nvPr/>
        </p:nvSpPr>
        <p:spPr>
          <a:xfrm>
            <a:off x="6903720" y="5486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050"/>
          </a:p>
        </p:txBody>
      </p:sp>
      <p:sp>
        <p:nvSpPr>
          <p:cNvPr id="41" name="Text 39"/>
          <p:cNvSpPr/>
          <p:nvPr/>
        </p:nvSpPr>
        <p:spPr>
          <a:xfrm>
            <a:off x="777240" y="5760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guides</a:t>
            </a:r>
            <a:endParaRPr lang="en-US" sz="1050"/>
          </a:p>
        </p:txBody>
      </p:sp>
      <p:sp>
        <p:nvSpPr>
          <p:cNvPr id="42" name="Shape 40"/>
          <p:cNvSpPr/>
          <p:nvPr/>
        </p:nvSpPr>
        <p:spPr>
          <a:xfrm>
            <a:off x="3200400" y="5824728"/>
            <a:ext cx="3657600" cy="146304"/>
          </a:xfrm>
          <a:prstGeom prst="rect">
            <a:avLst/>
          </a:prstGeom>
          <a:solidFill>
            <a:srgbClr val="E5DFCF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0" y="5824728"/>
            <a:ext cx="2121408" cy="146304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57607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endParaRPr lang="en-US" sz="1050"/>
          </a:p>
        </p:txBody>
      </p:sp>
      <p:sp>
        <p:nvSpPr>
          <p:cNvPr id="45" name="Shape 43"/>
          <p:cNvSpPr/>
          <p:nvPr/>
        </p:nvSpPr>
        <p:spPr>
          <a:xfrm>
            <a:off x="8092440" y="4937760"/>
            <a:ext cx="3840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502920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proven results” was a top tier of conversion intent.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8229600" y="553212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convert on trust. Mitigates with testimonials and historical accuracy.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</a:t>
            </a:r>
            <a:r>
              <a:rPr lang="en-US" sz="3600" b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GreenLine</a:t>
            </a:r>
            <a:r>
              <a:rPr lang="en-US" sz="3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wins the casual bettor.</a:t>
            </a:r>
            <a:endParaRPr lang="en-US" sz="36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7772400" cy="28803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6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6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Behavioral Insights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6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One-Stop UX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67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Rithmm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$20+/mo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OddsJam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/ Power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$70+/mo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$29.99/mo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Pikkit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users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$29.99/mo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Parlay Savant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Casual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$$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GreenLine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+ Beginner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core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built for it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>
                          <a:solidFill>
                            <a:srgbClr val="0A1F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$9.99/mo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0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4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503920" y="1828800"/>
            <a:ext cx="3154680" cy="1234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1993392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0" y="19476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bullseye</a:t>
            </a:r>
            <a:endParaRPr lang="en-US" sz="1300"/>
          </a:p>
        </p:txBody>
      </p:sp>
      <p:sp>
        <p:nvSpPr>
          <p:cNvPr id="9" name="Text 5"/>
          <p:cNvSpPr/>
          <p:nvPr/>
        </p:nvSpPr>
        <p:spPr>
          <a:xfrm>
            <a:off x="8641080" y="2423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hunt pros. We're built for the underserved 5–15 bets/week bettor.</a:t>
            </a:r>
            <a:endParaRPr lang="en-US" sz="1050"/>
          </a:p>
        </p:txBody>
      </p:sp>
      <p:sp>
        <p:nvSpPr>
          <p:cNvPr id="5" name="Shape 6"/>
          <p:cNvSpPr/>
          <p:nvPr/>
        </p:nvSpPr>
        <p:spPr>
          <a:xfrm>
            <a:off x="8503920" y="3200400"/>
            <a:ext cx="3154680" cy="1234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3364992"/>
            <a:ext cx="411480" cy="411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0" y="33192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&gt; Picks</a:t>
            </a:r>
            <a:endParaRPr lang="en-US" sz="1300"/>
          </a:p>
        </p:txBody>
      </p:sp>
      <p:sp>
        <p:nvSpPr>
          <p:cNvPr id="13" name="Text 8"/>
          <p:cNvSpPr/>
          <p:nvPr/>
        </p:nvSpPr>
        <p:spPr>
          <a:xfrm>
            <a:off x="8641080" y="3794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sell picks. We sell self-knowledge so users build their own edge.</a:t>
            </a:r>
            <a:endParaRPr lang="en-US" sz="1050"/>
          </a:p>
        </p:txBody>
      </p:sp>
      <p:sp>
        <p:nvSpPr>
          <p:cNvPr id="14" name="Shape 9"/>
          <p:cNvSpPr/>
          <p:nvPr/>
        </p:nvSpPr>
        <p:spPr>
          <a:xfrm>
            <a:off x="8503920" y="4572000"/>
            <a:ext cx="3154680" cy="1234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4736592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44000" y="469087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Aggregator, not adversary</a:t>
            </a:r>
            <a:endParaRPr lang="en-US" sz="1300"/>
          </a:p>
        </p:txBody>
      </p:sp>
      <p:sp>
        <p:nvSpPr>
          <p:cNvPr id="17" name="Text 11"/>
          <p:cNvSpPr/>
          <p:nvPr/>
        </p:nvSpPr>
        <p:spPr>
          <a:xfrm>
            <a:off x="8641080" y="51663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partner with data aggregators — not antagonize sportsbooks. They become future customers.</a:t>
            </a:r>
            <a:endParaRPr lang="en-US" sz="1050"/>
          </a:p>
        </p:txBody>
      </p:sp>
      <p:sp>
        <p:nvSpPr>
          <p:cNvPr id="18" name="Shape 12"/>
          <p:cNvSpPr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19" name="Text 13"/>
          <p:cNvSpPr/>
          <p:nvPr/>
        </p:nvSpPr>
        <p:spPr>
          <a:xfrm>
            <a:off x="777240" y="603504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STRATEGY  </a:t>
            </a: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aggregators (licensors to sportsbooks)  ·  AWS  ·  IU faculty + advisors  ·  Sports-betting creators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subscriptions with a 90% gross margin.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7432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2286000" cy="0"/>
          </a:xfrm>
          <a:prstGeom prst="line">
            <a:avLst/>
          </a:prstGeom>
          <a:noFill/>
          <a:ln w="12700">
            <a:solidFill>
              <a:srgbClr val="E5D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515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+ betting history sync</a:t>
            </a:r>
            <a:endParaRPr lang="en-US" sz="1050"/>
          </a:p>
        </p:txBody>
      </p:sp>
      <p:sp>
        <p:nvSpPr>
          <p:cNvPr id="12" name="Text 10"/>
          <p:cNvSpPr/>
          <p:nvPr/>
        </p:nvSpPr>
        <p:spPr>
          <a:xfrm>
            <a:off x="777240" y="4069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05156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win/loss dashboard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777240" y="4389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105156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read access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777240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 · zero friction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3474720" y="1828800"/>
            <a:ext cx="2743200" cy="4297680"/>
          </a:xfrm>
          <a:prstGeom prst="rect">
            <a:avLst/>
          </a:prstGeom>
          <a:solidFill>
            <a:srgbClr val="058049"/>
          </a:solidFill>
          <a:ln w="12700">
            <a:solidFill>
              <a:srgbClr val="0580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3703320" y="23317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</a:t>
            </a:r>
            <a:endParaRPr lang="en-US" sz="4400"/>
          </a:p>
        </p:txBody>
      </p:sp>
      <p:sp>
        <p:nvSpPr>
          <p:cNvPr id="20" name="Text 18"/>
          <p:cNvSpPr/>
          <p:nvPr/>
        </p:nvSpPr>
        <p:spPr>
          <a:xfrm>
            <a:off x="37033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C9F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 ·  $99/yr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3703320" y="3611880"/>
            <a:ext cx="2286000" cy="0"/>
          </a:xfrm>
          <a:prstGeom prst="line">
            <a:avLst/>
          </a:prstGeom>
          <a:noFill/>
          <a:ln w="12700">
            <a:solidFill>
              <a:srgbClr val="1A6E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7490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397764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behavioral analytics</a:t>
            </a:r>
            <a:endParaRPr lang="en-US" sz="1050"/>
          </a:p>
        </p:txBody>
      </p:sp>
      <p:sp>
        <p:nvSpPr>
          <p:cNvPr id="24" name="Text 22"/>
          <p:cNvSpPr/>
          <p:nvPr/>
        </p:nvSpPr>
        <p:spPr>
          <a:xfrm>
            <a:off x="3703320" y="4069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3977640" y="4069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Bankroll &amp; unit-size engine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3703320" y="43891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3977640" y="4389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Persona-based recommendations</a:t>
            </a:r>
            <a:endParaRPr lang="en-US" sz="1050"/>
          </a:p>
        </p:txBody>
      </p:sp>
      <p:sp>
        <p:nvSpPr>
          <p:cNvPr id="28" name="Text 26"/>
          <p:cNvSpPr/>
          <p:nvPr/>
        </p:nvSpPr>
        <p:spPr>
          <a:xfrm>
            <a:off x="3703320" y="47091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3977640" y="4709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+ community posting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3703320" y="5623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C9F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Outlier ($29.99) and Pikkit ($29.99)</a:t>
            </a:r>
            <a:endParaRPr lang="en-US" sz="1000"/>
          </a:p>
        </p:txBody>
      </p:sp>
      <p:sp>
        <p:nvSpPr>
          <p:cNvPr id="31" name="Shape 29"/>
          <p:cNvSpPr/>
          <p:nvPr/>
        </p:nvSpPr>
        <p:spPr>
          <a:xfrm>
            <a:off x="644652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46520" y="1828800"/>
            <a:ext cx="2606040" cy="54864"/>
          </a:xfrm>
          <a:prstGeom prst="rect">
            <a:avLst/>
          </a:prstGeom>
          <a:solidFill>
            <a:srgbClr val="F4B41A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57400"/>
            <a:ext cx="457200" cy="45720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66294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/>
                <a:ea typeface="Calibri"/>
                <a:cs typeface="Calibri"/>
              </a:rPr>
              <a:t>$9.49 ARPU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6294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30/70 monthly/annual mix; conservative weighted avg.</a:t>
            </a:r>
            <a:endParaRPr lang="en-US" sz="1050"/>
          </a:p>
        </p:txBody>
      </p:sp>
      <p:sp>
        <p:nvSpPr>
          <p:cNvPr id="36" name="Shape 33"/>
          <p:cNvSpPr/>
          <p:nvPr/>
        </p:nvSpPr>
        <p:spPr>
          <a:xfrm>
            <a:off x="9189720" y="182880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189720" y="1828800"/>
            <a:ext cx="2606040" cy="54864"/>
          </a:xfrm>
          <a:prstGeom prst="rect">
            <a:avLst/>
          </a:prstGeom>
          <a:solidFill>
            <a:srgbClr val="F4B41A"/>
          </a:solidFill>
          <a:ln/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057400"/>
            <a:ext cx="457200" cy="45720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372600" y="2606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 gross margin</a:t>
            </a:r>
            <a:endParaRPr lang="en-US" sz="1600"/>
          </a:p>
        </p:txBody>
      </p:sp>
      <p:sp>
        <p:nvSpPr>
          <p:cNvPr id="40" name="Text 36"/>
          <p:cNvSpPr/>
          <p:nvPr/>
        </p:nvSpPr>
        <p:spPr>
          <a:xfrm>
            <a:off x="93726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= AWS hosting + Stripe (2.9%/txn).</a:t>
            </a:r>
            <a:endParaRPr lang="en-US" sz="1050"/>
          </a:p>
        </p:txBody>
      </p:sp>
      <p:sp>
        <p:nvSpPr>
          <p:cNvPr id="41" name="Shape 37"/>
          <p:cNvSpPr/>
          <p:nvPr/>
        </p:nvSpPr>
        <p:spPr>
          <a:xfrm>
            <a:off x="6446520" y="40233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446520" y="4023360"/>
            <a:ext cx="2606040" cy="54864"/>
          </a:xfrm>
          <a:prstGeom prst="rect">
            <a:avLst/>
          </a:prstGeom>
          <a:solidFill>
            <a:srgbClr val="F4B41A"/>
          </a:solidFill>
          <a:ln/>
        </p:spPr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51960"/>
            <a:ext cx="457200" cy="45720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662940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 breakeven: 134 Premium subs</a:t>
            </a:r>
            <a:endParaRPr lang="en-US" sz="1600"/>
          </a:p>
        </p:txBody>
      </p:sp>
      <p:sp>
        <p:nvSpPr>
          <p:cNvPr id="45" name="Text 40"/>
          <p:cNvSpPr/>
          <p:nvPr/>
        </p:nvSpPr>
        <p:spPr>
          <a:xfrm>
            <a:off x="662940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in &lt;3 months post launch.</a:t>
            </a:r>
            <a:endParaRPr lang="en-US" sz="1050"/>
          </a:p>
        </p:txBody>
      </p:sp>
      <p:sp>
        <p:nvSpPr>
          <p:cNvPr id="46" name="Shape 41"/>
          <p:cNvSpPr/>
          <p:nvPr/>
        </p:nvSpPr>
        <p:spPr>
          <a:xfrm>
            <a:off x="9189720" y="40233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4A8A1"/>
            </a:solidFill>
            <a:prstDash val="solid"/>
          </a:ln>
        </p:spPr>
      </p:sp>
      <p:sp>
        <p:nvSpPr>
          <p:cNvPr id="47" name="Shape 42"/>
          <p:cNvSpPr/>
          <p:nvPr/>
        </p:nvSpPr>
        <p:spPr>
          <a:xfrm>
            <a:off x="9189720" y="4023360"/>
            <a:ext cx="2606040" cy="54864"/>
          </a:xfrm>
          <a:prstGeom prst="rect">
            <a:avLst/>
          </a:prstGeom>
          <a:solidFill>
            <a:srgbClr val="F4B41A"/>
          </a:solidFill>
          <a:ln/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4251960"/>
            <a:ext cx="457200" cy="457200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372600" y="4800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A1F1A"/>
                </a:solidFill>
                <a:latin typeface="Calibri"/>
                <a:ea typeface="Calibri"/>
                <a:cs typeface="Calibri"/>
              </a:rPr>
              <a:t>$25K seed required</a:t>
            </a:r>
            <a:endParaRPr lang="en-US" sz="1600"/>
          </a:p>
        </p:txBody>
      </p:sp>
      <p:sp>
        <p:nvSpPr>
          <p:cNvPr id="50" name="Text 44"/>
          <p:cNvSpPr/>
          <p:nvPr/>
        </p:nvSpPr>
        <p:spPr>
          <a:xfrm>
            <a:off x="9372600" y="5303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build $15K + ~$1.1K/mo OpEx · paid back in &lt;2 years.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years from beta to break-out.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4630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73152" cy="1463040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~$30K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/ 350 prem (14%)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· MVP build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11880" cy="14630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28800"/>
            <a:ext cx="73152" cy="1463040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57200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~$170K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457200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/ 1,800 prem (18%)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5720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draw $30K each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611880" cy="14630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828800"/>
            <a:ext cx="73152" cy="146304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836676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~$530K</a:t>
            </a:r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36676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28,000 / 5,600 prem (20%)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83667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~$360K net income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subscribers · year-end</a:t>
            </a:r>
            <a:endParaRPr lang="en-US" sz="1200"/>
          </a:p>
        </p:txBody>
      </p:sp>
      <p:graphicFrame>
        <p:nvGraphicFramePr>
          <p:cNvPr id="24" name="Chart 0"/>
          <p:cNvGraphicFramePr/>
          <p:nvPr/>
        </p:nvGraphicFramePr>
        <p:xfrm>
          <a:off x="548640" y="3794760"/>
          <a:ext cx="68580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7680960" y="3794760"/>
            <a:ext cx="3931920" cy="24688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1812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FUNNEL</a:t>
            </a:r>
            <a:endParaRPr lang="en-US" sz="1000"/>
          </a:p>
        </p:txBody>
      </p:sp>
      <p:sp>
        <p:nvSpPr>
          <p:cNvPr id="27" name="Shape 24"/>
          <p:cNvSpPr/>
          <p:nvPr/>
        </p:nvSpPr>
        <p:spPr>
          <a:xfrm>
            <a:off x="7818120" y="4197096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28" name="Text 25"/>
          <p:cNvSpPr/>
          <p:nvPr/>
        </p:nvSpPr>
        <p:spPr>
          <a:xfrm>
            <a:off x="781812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/>
          </a:p>
        </p:txBody>
      </p:sp>
      <p:sp>
        <p:nvSpPr>
          <p:cNvPr id="29" name="Text 26"/>
          <p:cNvSpPr/>
          <p:nvPr/>
        </p:nvSpPr>
        <p:spPr>
          <a:xfrm>
            <a:off x="8183880" y="41605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100"/>
          </a:p>
        </p:txBody>
      </p:sp>
      <p:sp>
        <p:nvSpPr>
          <p:cNvPr id="30" name="Shape 27"/>
          <p:cNvSpPr/>
          <p:nvPr/>
        </p:nvSpPr>
        <p:spPr>
          <a:xfrm>
            <a:off x="7818120" y="4526280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31" name="Text 28"/>
          <p:cNvSpPr/>
          <p:nvPr/>
        </p:nvSpPr>
        <p:spPr>
          <a:xfrm>
            <a:off x="781812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/>
          </a:p>
        </p:txBody>
      </p:sp>
      <p:sp>
        <p:nvSpPr>
          <p:cNvPr id="32" name="Text 29"/>
          <p:cNvSpPr/>
          <p:nvPr/>
        </p:nvSpPr>
        <p:spPr>
          <a:xfrm>
            <a:off x="8183880" y="4489704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(free acct)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7818120" y="4855464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34" name="Text 31"/>
          <p:cNvSpPr/>
          <p:nvPr/>
        </p:nvSpPr>
        <p:spPr>
          <a:xfrm>
            <a:off x="7818120" y="4855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/>
          </a:p>
        </p:txBody>
      </p:sp>
      <p:sp>
        <p:nvSpPr>
          <p:cNvPr id="35" name="Text 32"/>
          <p:cNvSpPr/>
          <p:nvPr/>
        </p:nvSpPr>
        <p:spPr>
          <a:xfrm>
            <a:off x="8183880" y="481888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(sync)</a:t>
            </a:r>
            <a:endParaRPr lang="en-US" sz="1100"/>
          </a:p>
        </p:txBody>
      </p:sp>
      <p:sp>
        <p:nvSpPr>
          <p:cNvPr id="36" name="Shape 33"/>
          <p:cNvSpPr/>
          <p:nvPr/>
        </p:nvSpPr>
        <p:spPr>
          <a:xfrm>
            <a:off x="7818120" y="5184648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37" name="Text 34"/>
          <p:cNvSpPr/>
          <p:nvPr/>
        </p:nvSpPr>
        <p:spPr>
          <a:xfrm>
            <a:off x="7818120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/>
          </a:p>
        </p:txBody>
      </p:sp>
      <p:sp>
        <p:nvSpPr>
          <p:cNvPr id="38" name="Text 35"/>
          <p:cNvSpPr/>
          <p:nvPr/>
        </p:nvSpPr>
        <p:spPr>
          <a:xfrm>
            <a:off x="8183880" y="5148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(Premium)</a:t>
            </a:r>
            <a:endParaRPr lang="en-US" sz="1100"/>
          </a:p>
        </p:txBody>
      </p:sp>
      <p:sp>
        <p:nvSpPr>
          <p:cNvPr id="39" name="Shape 36"/>
          <p:cNvSpPr/>
          <p:nvPr/>
        </p:nvSpPr>
        <p:spPr>
          <a:xfrm>
            <a:off x="7818120" y="5513832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40" name="Text 37"/>
          <p:cNvSpPr/>
          <p:nvPr/>
        </p:nvSpPr>
        <p:spPr>
          <a:xfrm>
            <a:off x="7818120" y="5513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8183880" y="5477256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100"/>
          </a:p>
        </p:txBody>
      </p:sp>
      <p:sp>
        <p:nvSpPr>
          <p:cNvPr id="42" name="Shape 39"/>
          <p:cNvSpPr/>
          <p:nvPr/>
        </p:nvSpPr>
        <p:spPr>
          <a:xfrm>
            <a:off x="7818120" y="5843016"/>
            <a:ext cx="256032" cy="256032"/>
          </a:xfrm>
          <a:prstGeom prst="ellipse">
            <a:avLst/>
          </a:prstGeom>
          <a:solidFill>
            <a:srgbClr val="00D67D"/>
          </a:solidFill>
          <a:ln/>
        </p:spPr>
      </p:sp>
      <p:sp>
        <p:nvSpPr>
          <p:cNvPr id="43" name="Text 40"/>
          <p:cNvSpPr/>
          <p:nvPr/>
        </p:nvSpPr>
        <p:spPr>
          <a:xfrm>
            <a:off x="7818120" y="58430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/>
          </a:p>
        </p:txBody>
      </p:sp>
      <p:sp>
        <p:nvSpPr>
          <p:cNvPr id="44" name="Text 41"/>
          <p:cNvSpPr/>
          <p:nvPr/>
        </p:nvSpPr>
        <p:spPr>
          <a:xfrm>
            <a:off x="8183880" y="580644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1100"/>
          </a:p>
        </p:txBody>
      </p:sp>
      <p:sp>
        <p:nvSpPr>
          <p:cNvPr id="45" name="Text 4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phases. Public launch: November 2026.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10637215" cy="0"/>
          </a:xfrm>
          <a:prstGeom prst="line">
            <a:avLst/>
          </a:prstGeom>
          <a:noFill/>
          <a:ln w="25400">
            <a:solidFill>
              <a:srgbClr val="0580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2706624"/>
            <a:ext cx="256032" cy="256032"/>
          </a:xfrm>
          <a:prstGeom prst="ellipse">
            <a:avLst/>
          </a:prstGeom>
          <a:solidFill>
            <a:srgbClr val="058049"/>
          </a:solidFill>
          <a:ln w="25400">
            <a:solidFill>
              <a:srgbClr val="F4F1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– Q2 2026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2743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200400"/>
            <a:ext cx="2743200" cy="73152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>
                <a:solidFill>
                  <a:srgbClr val="0A1F1A"/>
                </a:solidFill>
                <a:latin typeface="Calibri"/>
                <a:ea typeface="Calibri"/>
                <a:cs typeface="Calibri"/>
              </a:rPr>
              <a:t>Phase 1 · Build the Core Product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777240" y="39319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LLC formed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backend + UI prototypes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IU beta testers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782312" y="2706624"/>
            <a:ext cx="256032" cy="256032"/>
          </a:xfrm>
          <a:prstGeom prst="ellipse">
            <a:avLst/>
          </a:prstGeom>
          <a:solidFill>
            <a:srgbClr val="058049"/>
          </a:solidFill>
          <a:ln w="25400">
            <a:solidFill>
              <a:srgbClr val="F4F1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47872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– Q4 2026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3547872" y="3200400"/>
            <a:ext cx="2743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3200400"/>
            <a:ext cx="2743200" cy="73152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16" name="Text 14"/>
          <p:cNvSpPr/>
          <p:nvPr/>
        </p:nvSpPr>
        <p:spPr>
          <a:xfrm>
            <a:off x="3685032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Pre-Launch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3685032" y="39319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(20–30 testers)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partnerships seeded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BetSync integration finalized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7690104" y="2706624"/>
            <a:ext cx="256032" cy="256032"/>
          </a:xfrm>
          <a:prstGeom prst="ellipse">
            <a:avLst/>
          </a:prstGeom>
          <a:solidFill>
            <a:srgbClr val="F4B41A"/>
          </a:solidFill>
          <a:ln w="25400">
            <a:solidFill>
              <a:srgbClr val="F4F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 – Q2 2027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455664" y="3200400"/>
            <a:ext cx="2743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55664" y="3200400"/>
            <a:ext cx="2743200" cy="73152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2" name="Text 20"/>
          <p:cNvSpPr/>
          <p:nvPr/>
        </p:nvSpPr>
        <p:spPr>
          <a:xfrm>
            <a:off x="6592824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Public Launch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6592824" y="39319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/>
                <a:ea typeface="Calibri"/>
                <a:cs typeface="Calibri"/>
              </a:rPr>
              <a:t>Web + iOS + Android Availability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NFL playoff push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134 paying users → breakeven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10597896" y="2706624"/>
            <a:ext cx="256032" cy="256032"/>
          </a:xfrm>
          <a:prstGeom prst="ellipse">
            <a:avLst/>
          </a:prstGeom>
          <a:solidFill>
            <a:srgbClr val="058049"/>
          </a:solidFill>
          <a:ln w="25400">
            <a:solidFill>
              <a:srgbClr val="F4F1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63456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2027 +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9363456" y="3200400"/>
            <a:ext cx="27432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63456" y="3200400"/>
            <a:ext cx="2743200" cy="73152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28" name="Text 26"/>
          <p:cNvSpPr/>
          <p:nvPr/>
        </p:nvSpPr>
        <p:spPr>
          <a:xfrm>
            <a:off x="9500616" y="3337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Scale &amp; B2B Pivot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9500616" y="39319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FT engineer + 3 advisors active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sportsbook B2B conversations</a:t>
            </a:r>
            <a:endParaRPr lang="en-US" sz="10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users target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considered our weaknesses — here's the playbook.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11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Sportsbook API access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APIs; data pipelines are fragile.</a:t>
            </a:r>
            <a:endParaRPr lang="en-US" sz="1000"/>
          </a:p>
        </p:txBody>
      </p:sp>
      <p:sp>
        <p:nvSpPr>
          <p:cNvPr id="10" name="Text 7"/>
          <p:cNvSpPr/>
          <p:nvPr/>
        </p:nvSpPr>
        <p:spPr>
          <a:xfrm>
            <a:off x="77724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11" name="Text 8"/>
          <p:cNvSpPr/>
          <p:nvPr/>
        </p:nvSpPr>
        <p:spPr>
          <a:xfrm>
            <a:off x="77724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data aggregators (sportsbook licensors) — operate as their client, not opponent.</a:t>
            </a:r>
            <a:endParaRPr lang="en-US" sz="1000"/>
          </a:p>
        </p:txBody>
      </p:sp>
      <p:sp>
        <p:nvSpPr>
          <p:cNvPr id="12" name="Shape 9"/>
          <p:cNvSpPr/>
          <p:nvPr/>
        </p:nvSpPr>
        <p:spPr>
          <a:xfrm>
            <a:off x="4343400" y="182880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0116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credibility / trust</a:t>
            </a:r>
            <a:endParaRPr lang="en-US" sz="1300"/>
          </a:p>
        </p:txBody>
      </p:sp>
      <p:sp>
        <p:nvSpPr>
          <p:cNvPr id="15" name="Text 11"/>
          <p:cNvSpPr/>
          <p:nvPr/>
        </p:nvSpPr>
        <p:spPr>
          <a:xfrm>
            <a:off x="45720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16" name="Text 12"/>
          <p:cNvSpPr/>
          <p:nvPr/>
        </p:nvSpPr>
        <p:spPr>
          <a:xfrm>
            <a:off x="457200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Bettors won't trust unproven analytics.</a:t>
            </a:r>
            <a:endParaRPr lang="en-US" sz="1000"/>
          </a:p>
        </p:txBody>
      </p:sp>
      <p:sp>
        <p:nvSpPr>
          <p:cNvPr id="17" name="Text 13"/>
          <p:cNvSpPr/>
          <p:nvPr/>
        </p:nvSpPr>
        <p:spPr>
          <a:xfrm>
            <a:off x="45720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18" name="Text 14"/>
          <p:cNvSpPr/>
          <p:nvPr/>
        </p:nvSpPr>
        <p:spPr>
          <a:xfrm>
            <a:off x="457200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math advisor + pro bettor; lead with primary research and testimonials.</a:t>
            </a:r>
            <a:endParaRPr lang="en-US" sz="1000"/>
          </a:p>
        </p:txBody>
      </p:sp>
      <p:sp>
        <p:nvSpPr>
          <p:cNvPr id="19" name="Shape 15"/>
          <p:cNvSpPr/>
          <p:nvPr/>
        </p:nvSpPr>
        <p:spPr>
          <a:xfrm>
            <a:off x="8138160" y="182880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116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15400" y="1993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in flux</a:t>
            </a:r>
            <a:endParaRPr lang="en-US" sz="1300"/>
          </a:p>
        </p:txBody>
      </p:sp>
      <p:sp>
        <p:nvSpPr>
          <p:cNvPr id="22" name="Text 17"/>
          <p:cNvSpPr/>
          <p:nvPr/>
        </p:nvSpPr>
        <p:spPr>
          <a:xfrm>
            <a:off x="836676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23" name="Text 18"/>
          <p:cNvSpPr/>
          <p:nvPr/>
        </p:nvSpPr>
        <p:spPr>
          <a:xfrm>
            <a:off x="836676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federal rules (CFTC vs gaming commissions) are shifting.</a:t>
            </a:r>
            <a:endParaRPr lang="en-US" sz="1000"/>
          </a:p>
        </p:txBody>
      </p:sp>
      <p:sp>
        <p:nvSpPr>
          <p:cNvPr id="24" name="Text 19"/>
          <p:cNvSpPr/>
          <p:nvPr/>
        </p:nvSpPr>
        <p:spPr>
          <a:xfrm>
            <a:off x="836676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25" name="Text 20"/>
          <p:cNvSpPr/>
          <p:nvPr/>
        </p:nvSpPr>
        <p:spPr>
          <a:xfrm>
            <a:off x="8366760" y="34564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positioning keeps us out of gambling regulation; data-privacy counsel retained.</a:t>
            </a:r>
            <a:endParaRPr lang="en-US" sz="1000"/>
          </a:p>
        </p:txBody>
      </p:sp>
      <p:sp>
        <p:nvSpPr>
          <p:cNvPr id="26" name="Shape 21"/>
          <p:cNvSpPr/>
          <p:nvPr/>
        </p:nvSpPr>
        <p:spPr>
          <a:xfrm>
            <a:off x="548640" y="397764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6052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&amp; data privacy</a:t>
            </a:r>
            <a:endParaRPr lang="en-US" sz="1300"/>
          </a:p>
        </p:txBody>
      </p:sp>
      <p:sp>
        <p:nvSpPr>
          <p:cNvPr id="29" name="Text 23"/>
          <p:cNvSpPr/>
          <p:nvPr/>
        </p:nvSpPr>
        <p:spPr>
          <a:xfrm>
            <a:off x="77724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30" name="Text 24"/>
          <p:cNvSpPr/>
          <p:nvPr/>
        </p:nvSpPr>
        <p:spPr>
          <a:xfrm>
            <a:off x="77724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financial behavior data carries real risk.</a:t>
            </a:r>
            <a:endParaRPr lang="en-US" sz="1000"/>
          </a:p>
        </p:txBody>
      </p:sp>
      <p:sp>
        <p:nvSpPr>
          <p:cNvPr id="31" name="Text 25"/>
          <p:cNvSpPr/>
          <p:nvPr/>
        </p:nvSpPr>
        <p:spPr>
          <a:xfrm>
            <a:off x="777240" y="5394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32" name="Text 26"/>
          <p:cNvSpPr/>
          <p:nvPr/>
        </p:nvSpPr>
        <p:spPr>
          <a:xfrm>
            <a:off x="777240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models are non-AI by default (Jagger guidance); encrypted storage, clear data policy.</a:t>
            </a:r>
            <a:endParaRPr lang="en-US" sz="1000"/>
          </a:p>
        </p:txBody>
      </p:sp>
      <p:sp>
        <p:nvSpPr>
          <p:cNvPr id="33" name="Shape 27"/>
          <p:cNvSpPr/>
          <p:nvPr/>
        </p:nvSpPr>
        <p:spPr>
          <a:xfrm>
            <a:off x="4343400" y="397764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160520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12064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retention dropoff</a:t>
            </a:r>
            <a:endParaRPr lang="en-US" sz="1300"/>
          </a:p>
        </p:txBody>
      </p:sp>
      <p:sp>
        <p:nvSpPr>
          <p:cNvPr id="36" name="Text 29"/>
          <p:cNvSpPr/>
          <p:nvPr/>
        </p:nvSpPr>
        <p:spPr>
          <a:xfrm>
            <a:off x="457200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37" name="Text 30"/>
          <p:cNvSpPr/>
          <p:nvPr/>
        </p:nvSpPr>
        <p:spPr>
          <a:xfrm>
            <a:off x="457200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interest spikes high then simmers fast.</a:t>
            </a:r>
            <a:endParaRPr lang="en-US" sz="1000"/>
          </a:p>
        </p:txBody>
      </p:sp>
      <p:sp>
        <p:nvSpPr>
          <p:cNvPr id="38" name="Text 31"/>
          <p:cNvSpPr/>
          <p:nvPr/>
        </p:nvSpPr>
        <p:spPr>
          <a:xfrm>
            <a:off x="4572000" y="5394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39" name="Text 32"/>
          <p:cNvSpPr/>
          <p:nvPr/>
        </p:nvSpPr>
        <p:spPr>
          <a:xfrm>
            <a:off x="4572000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+ leaderboards + weekly trivia + push prompts to keep open-rate up.</a:t>
            </a:r>
            <a:endParaRPr lang="en-US" sz="1000"/>
          </a:p>
        </p:txBody>
      </p:sp>
      <p:sp>
        <p:nvSpPr>
          <p:cNvPr id="40" name="Shape 33"/>
          <p:cNvSpPr/>
          <p:nvPr/>
        </p:nvSpPr>
        <p:spPr>
          <a:xfrm>
            <a:off x="8138160" y="3977640"/>
            <a:ext cx="3611880" cy="201168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4160520"/>
            <a:ext cx="411480" cy="41148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915400" y="4142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ceiling</a:t>
            </a:r>
            <a:endParaRPr lang="en-US" sz="1300"/>
          </a:p>
        </p:txBody>
      </p:sp>
      <p:sp>
        <p:nvSpPr>
          <p:cNvPr id="43" name="Text 35"/>
          <p:cNvSpPr/>
          <p:nvPr/>
        </p:nvSpPr>
        <p:spPr>
          <a:xfrm>
            <a:off x="8366760" y="4709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00"/>
          </a:p>
        </p:txBody>
      </p:sp>
      <p:sp>
        <p:nvSpPr>
          <p:cNvPr id="44" name="Text 36"/>
          <p:cNvSpPr/>
          <p:nvPr/>
        </p:nvSpPr>
        <p:spPr>
          <a:xfrm>
            <a:off x="8366760" y="49377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consumer betting tool has a low ceiling.</a:t>
            </a:r>
            <a:endParaRPr lang="en-US" sz="1000"/>
          </a:p>
        </p:txBody>
      </p:sp>
      <p:sp>
        <p:nvSpPr>
          <p:cNvPr id="45" name="Text 37"/>
          <p:cNvSpPr/>
          <p:nvPr/>
        </p:nvSpPr>
        <p:spPr>
          <a:xfrm>
            <a:off x="8366760" y="5394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/>
          </a:p>
        </p:txBody>
      </p:sp>
      <p:sp>
        <p:nvSpPr>
          <p:cNvPr id="46" name="Text 38"/>
          <p:cNvSpPr/>
          <p:nvPr/>
        </p:nvSpPr>
        <p:spPr>
          <a:xfrm>
            <a:off x="8366760" y="5605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data analytics for sportsbooks — exit strategy is acquisition by FanDuel / DraftKings.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0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8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launch GreenLine.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11880" cy="2377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920240"/>
            <a:ext cx="3611880" cy="54864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</a:t>
            </a:r>
            <a:endParaRPr lang="en-US" sz="640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Capital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$15K MVP build + 10 months runway. Paid back in under 2 years on plan.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611880" cy="2377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3611880" cy="54864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/>
          </a:p>
        </p:txBody>
      </p:sp>
      <p:sp>
        <p:nvSpPr>
          <p:cNvPr id="13" name="Text 11"/>
          <p:cNvSpPr/>
          <p:nvPr/>
        </p:nvSpPr>
        <p:spPr>
          <a:xfrm>
            <a:off x="461772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Connections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461772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 to active intermediate bettors. Help us test, learn, and ship better.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611880" cy="237744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920240"/>
            <a:ext cx="3611880" cy="54864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0574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/>
          </a:p>
        </p:txBody>
      </p:sp>
      <p:sp>
        <p:nvSpPr>
          <p:cNvPr id="18" name="Text 16"/>
          <p:cNvSpPr/>
          <p:nvPr/>
        </p:nvSpPr>
        <p:spPr>
          <a:xfrm>
            <a:off x="84124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/ Probability Co-Founder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8412480" y="35204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advisor or candidate for our 3rd founding seat.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11094415" cy="1371600"/>
          </a:xfrm>
          <a:prstGeom prst="rect">
            <a:avLst/>
          </a:prstGeom>
          <a:solidFill>
            <a:srgbClr val="1230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663440"/>
            <a:ext cx="91440" cy="137160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7548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million Americans now bet on sports. Almost none of them know what they're doing.</a:t>
            </a:r>
            <a:endParaRPr lang="en-US" sz="1800"/>
          </a:p>
        </p:txBody>
      </p:sp>
      <p:sp>
        <p:nvSpPr>
          <p:cNvPr id="23" name="Text 21"/>
          <p:cNvSpPr/>
          <p:nvPr/>
        </p:nvSpPr>
        <p:spPr>
          <a:xfrm>
            <a:off x="777240" y="52120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 doesn't tell them what to bet. It helps them know themselves — and that's the line worth crossing.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777240" y="56692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rohith@greenline.co  ·  connor@greenline.co  ·  greenline.co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strategy: from B2C insurgent to B2B asset.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731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launch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+ intermediate bettors on Premium.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2834640" y="219456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017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engine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3017520" y="3246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Trivia, leaderboards, retention loops.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5120640" y="2194560"/>
            <a:ext cx="21945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94A8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303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flywheel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5303520" y="3246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5C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dataset becomes the moat.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7406640" y="2194560"/>
            <a:ext cx="2194560" cy="2377440"/>
          </a:xfrm>
          <a:prstGeom prst="rect">
            <a:avLst/>
          </a:prstGeom>
          <a:solidFill>
            <a:srgbClr val="058049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7589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pivot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7589520" y="3246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C9F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recommendations + behavior data to sportsbooks.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9692640" y="2194560"/>
            <a:ext cx="2194560" cy="2377440"/>
          </a:xfrm>
          <a:prstGeom prst="rect">
            <a:avLst/>
          </a:prstGeom>
          <a:solidFill>
            <a:srgbClr val="F4B41A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987552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9875520" y="324612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exit to FanDuel, DraftKings, ESPN BET, or Caesars.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 rot="5400000">
            <a:off x="2788920" y="3291840"/>
            <a:ext cx="109728" cy="109728"/>
          </a:xfrm>
          <a:prstGeom prst="rtTriangle">
            <a:avLst/>
          </a:prstGeom>
          <a:solidFill>
            <a:srgbClr val="058049"/>
          </a:solidFill>
          <a:ln/>
        </p:spPr>
      </p:sp>
      <p:sp>
        <p:nvSpPr>
          <p:cNvPr id="26" name="Shape 24"/>
          <p:cNvSpPr/>
          <p:nvPr/>
        </p:nvSpPr>
        <p:spPr>
          <a:xfrm rot="5400000">
            <a:off x="5074920" y="3291840"/>
            <a:ext cx="109728" cy="109728"/>
          </a:xfrm>
          <a:prstGeom prst="rtTriangle">
            <a:avLst/>
          </a:prstGeom>
          <a:solidFill>
            <a:srgbClr val="058049"/>
          </a:solidFill>
          <a:ln/>
        </p:spPr>
      </p:sp>
      <p:sp>
        <p:nvSpPr>
          <p:cNvPr id="27" name="Shape 25"/>
          <p:cNvSpPr/>
          <p:nvPr/>
        </p:nvSpPr>
        <p:spPr>
          <a:xfrm rot="5400000">
            <a:off x="7360920" y="3291840"/>
            <a:ext cx="109728" cy="109728"/>
          </a:xfrm>
          <a:prstGeom prst="rtTriangle">
            <a:avLst/>
          </a:prstGeom>
          <a:solidFill>
            <a:srgbClr val="058049"/>
          </a:solidFill>
          <a:ln/>
        </p:spPr>
      </p:sp>
      <p:sp>
        <p:nvSpPr>
          <p:cNvPr id="28" name="Shape 26"/>
          <p:cNvSpPr/>
          <p:nvPr/>
        </p:nvSpPr>
        <p:spPr>
          <a:xfrm rot="5400000">
            <a:off x="9646920" y="3291840"/>
            <a:ext cx="109728" cy="109728"/>
          </a:xfrm>
          <a:prstGeom prst="rtTriangle">
            <a:avLst/>
          </a:prstGeom>
          <a:solidFill>
            <a:srgbClr val="058049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0580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sportsbooks ultimately buy us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548640" y="5166360"/>
            <a:ext cx="5440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CF"/>
            </a:solidFill>
            <a:prstDash val="solid"/>
          </a:ln>
        </p:spPr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239512"/>
            <a:ext cx="256032" cy="25603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51560" y="5166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time spent in app = more bets placed</a:t>
            </a:r>
            <a:endParaRPr lang="en-US" sz="1100"/>
          </a:p>
        </p:txBody>
      </p:sp>
      <p:sp>
        <p:nvSpPr>
          <p:cNvPr id="33" name="Shape 30"/>
          <p:cNvSpPr/>
          <p:nvPr/>
        </p:nvSpPr>
        <p:spPr>
          <a:xfrm>
            <a:off x="6126480" y="5166360"/>
            <a:ext cx="5440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CF"/>
            </a:solidFill>
            <a:prstDash val="solid"/>
          </a:ln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5239512"/>
            <a:ext cx="256032" cy="256032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629400" y="5166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data they can't legally collect from competitors</a:t>
            </a:r>
            <a:endParaRPr lang="en-US" sz="1100"/>
          </a:p>
        </p:txBody>
      </p:sp>
      <p:sp>
        <p:nvSpPr>
          <p:cNvPr id="36" name="Shape 32"/>
          <p:cNvSpPr/>
          <p:nvPr/>
        </p:nvSpPr>
        <p:spPr>
          <a:xfrm>
            <a:off x="548640" y="5669280"/>
            <a:ext cx="5440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CF"/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742432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1051560" y="5669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that ports directly into their UX</a:t>
            </a:r>
            <a:endParaRPr lang="en-US" sz="1100"/>
          </a:p>
        </p:txBody>
      </p:sp>
      <p:sp>
        <p:nvSpPr>
          <p:cNvPr id="39" name="Shape 34"/>
          <p:cNvSpPr/>
          <p:nvPr/>
        </p:nvSpPr>
        <p:spPr>
          <a:xfrm>
            <a:off x="6126480" y="5669280"/>
            <a:ext cx="5440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DFCF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5742432"/>
            <a:ext cx="256032" cy="256032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6629400" y="5669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on a regulatory shift toward 'responsible betting' tooling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1323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math and unit economics.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274320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640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to break even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822960" y="3703320"/>
            <a:ext cx="3063240" cy="0"/>
          </a:xfrm>
          <a:prstGeom prst="line">
            <a:avLst/>
          </a:prstGeom>
          <a:noFill/>
          <a:ln w="12700">
            <a:solidFill>
              <a:srgbClr val="1B40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~$1,100/mo OpEx + $15K MVP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 months post launch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3611880" cy="274320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61772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1,728</a:t>
            </a:r>
            <a:endParaRPr lang="en-US" sz="6400"/>
          </a:p>
        </p:txBody>
      </p:sp>
      <p:sp>
        <p:nvSpPr>
          <p:cNvPr id="15" name="Text 13"/>
          <p:cNvSpPr/>
          <p:nvPr/>
        </p:nvSpPr>
        <p:spPr>
          <a:xfrm>
            <a:off x="461772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to break even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617720" y="3703320"/>
            <a:ext cx="3063240" cy="0"/>
          </a:xfrm>
          <a:prstGeom prst="line">
            <a:avLst/>
          </a:prstGeom>
          <a:noFill/>
          <a:ln w="12700">
            <a:solidFill>
              <a:srgbClr val="1B40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FT engineer; founders draw $30K each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46177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months in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8138160" y="1828800"/>
            <a:ext cx="3611880" cy="2743200"/>
          </a:xfrm>
          <a:prstGeom prst="rect">
            <a:avLst/>
          </a:prstGeom>
          <a:solidFill>
            <a:srgbClr val="12302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00D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8412480" y="22860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~2,300</a:t>
            </a:r>
            <a:endParaRPr lang="en-US" sz="6400"/>
          </a:p>
        </p:txBody>
      </p:sp>
      <p:sp>
        <p:nvSpPr>
          <p:cNvPr id="22" name="Text 20"/>
          <p:cNvSpPr/>
          <p:nvPr/>
        </p:nvSpPr>
        <p:spPr>
          <a:xfrm>
            <a:off x="8412480" y="3383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users to break even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8412480" y="3703320"/>
            <a:ext cx="3063240" cy="0"/>
          </a:xfrm>
          <a:prstGeom prst="line">
            <a:avLst/>
          </a:prstGeom>
          <a:noFill/>
          <a:ln w="12700">
            <a:solidFill>
              <a:srgbClr val="1B40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794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profitability; ~$360K NI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84124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fully repaid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F4B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2194560" cy="100584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Conv. Rate</a:t>
            </a:r>
            <a:endParaRPr lang="en-US" sz="950"/>
          </a:p>
        </p:txBody>
      </p:sp>
      <p:sp>
        <p:nvSpPr>
          <p:cNvPr id="29" name="Text 27"/>
          <p:cNvSpPr/>
          <p:nvPr/>
        </p:nvSpPr>
        <p:spPr>
          <a:xfrm>
            <a:off x="685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→ 20%</a:t>
            </a:r>
            <a:endParaRPr lang="en-US" sz="1700"/>
          </a:p>
        </p:txBody>
      </p:sp>
      <p:sp>
        <p:nvSpPr>
          <p:cNvPr id="30" name="Shape 28"/>
          <p:cNvSpPr/>
          <p:nvPr/>
        </p:nvSpPr>
        <p:spPr>
          <a:xfrm>
            <a:off x="2834640" y="5166360"/>
            <a:ext cx="2194560" cy="100584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2971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 → 3%</a:t>
            </a:r>
            <a:endParaRPr lang="en-US" sz="1700"/>
          </a:p>
        </p:txBody>
      </p:sp>
      <p:sp>
        <p:nvSpPr>
          <p:cNvPr id="33" name="Shape 31"/>
          <p:cNvSpPr/>
          <p:nvPr/>
        </p:nvSpPr>
        <p:spPr>
          <a:xfrm>
            <a:off x="5120640" y="5166360"/>
            <a:ext cx="2194560" cy="100584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4" name="Text 32"/>
          <p:cNvSpPr/>
          <p:nvPr/>
        </p:nvSpPr>
        <p:spPr>
          <a:xfrm>
            <a:off x="5257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950"/>
          </a:p>
        </p:txBody>
      </p:sp>
      <p:sp>
        <p:nvSpPr>
          <p:cNvPr id="35" name="Text 33"/>
          <p:cNvSpPr/>
          <p:nvPr/>
        </p:nvSpPr>
        <p:spPr>
          <a:xfrm>
            <a:off x="5257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$9.49 / mo</a:t>
            </a:r>
            <a:endParaRPr lang="en-US" sz="1700"/>
          </a:p>
        </p:txBody>
      </p:sp>
      <p:sp>
        <p:nvSpPr>
          <p:cNvPr id="36" name="Shape 34"/>
          <p:cNvSpPr/>
          <p:nvPr/>
        </p:nvSpPr>
        <p:spPr>
          <a:xfrm>
            <a:off x="7406640" y="5166360"/>
            <a:ext cx="2194560" cy="100584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37" name="Text 35"/>
          <p:cNvSpPr/>
          <p:nvPr/>
        </p:nvSpPr>
        <p:spPr>
          <a:xfrm>
            <a:off x="7543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/>
          </a:p>
        </p:txBody>
      </p:sp>
      <p:sp>
        <p:nvSpPr>
          <p:cNvPr id="38" name="Text 36"/>
          <p:cNvSpPr/>
          <p:nvPr/>
        </p:nvSpPr>
        <p:spPr>
          <a:xfrm>
            <a:off x="7543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~90%</a:t>
            </a:r>
            <a:endParaRPr lang="en-US" sz="1700"/>
          </a:p>
        </p:txBody>
      </p:sp>
      <p:sp>
        <p:nvSpPr>
          <p:cNvPr id="39" name="Shape 37"/>
          <p:cNvSpPr/>
          <p:nvPr/>
        </p:nvSpPr>
        <p:spPr>
          <a:xfrm>
            <a:off x="9692640" y="5166360"/>
            <a:ext cx="2194560" cy="1005840"/>
          </a:xfrm>
          <a:prstGeom prst="rect">
            <a:avLst/>
          </a:prstGeom>
          <a:solidFill>
            <a:srgbClr val="1B403A"/>
          </a:solidFill>
          <a:ln/>
        </p:spPr>
      </p:sp>
      <p:sp>
        <p:nvSpPr>
          <p:cNvPr id="40" name="Text 38"/>
          <p:cNvSpPr/>
          <p:nvPr/>
        </p:nvSpPr>
        <p:spPr>
          <a:xfrm>
            <a:off x="9829800" y="5257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Salary</a:t>
            </a:r>
            <a:endParaRPr lang="en-US" sz="950"/>
          </a:p>
        </p:txBody>
      </p:sp>
      <p:sp>
        <p:nvSpPr>
          <p:cNvPr id="41" name="Text 39"/>
          <p:cNvSpPr/>
          <p:nvPr/>
        </p:nvSpPr>
        <p:spPr>
          <a:xfrm>
            <a:off x="9829800" y="55321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Y1 → $30K Y2</a:t>
            </a:r>
            <a:endParaRPr lang="en-US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C530CD-DB82-2CF5-3F68-D1C4EBEFC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BA9A58-7A3C-7707-F483-A415F971D3FB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51227C-7F32-EFE0-D57E-935D6D6B1075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AED11B3-0833-B535-845C-CE7CEDF5C80A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E4F8DAB-D196-8071-E37A-AAFA70E11484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D4A966D-0111-B1B6-D995-FFDD74C7268B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1813659-C48D-C89C-F84F-938075BDAE06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4E19E8-F97E-17D0-495F-0B5C0729CA73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35BCFD4-97F0-AB6B-020F-2A5E2E9DC831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5B047A2-D0CE-16AD-E894-E85D94C07684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5B6A890-113C-8E9F-5E36-E76425013052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56F9D6C8-B944-7369-A2ED-7666B558BCFC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427F93A-2957-044C-36E1-749CE13624B0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4162EA02-07DF-6D1A-5835-1D84A487F5E4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74AAC43-7B6A-C43F-E67D-CEB4A512E8C4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19D9C254-602E-0E4F-9B1F-257BC2D8FA11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24D3531-F4CF-82C2-AE3E-5D66D7FE9AEB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551F5806-112A-DDF4-CD1B-9376A11B1F0A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0E291C2-641B-7F4A-61A3-BEA7F463785E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FFBC834-6DA3-ECBC-D579-B0C32C2BA424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8F398D3-AAF4-3FC2-1A31-C8F8072C2CEE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DA333EB-3B61-6970-F7D9-2B99B081B513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C62E4D84-3367-7823-ED21-3B728B5178E4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CAA3BE0-507F-F225-7050-E1B6E66F16F5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EBCDB898-78C6-6927-7892-E6379CBCFFF2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F4067657-EA91-1F34-220B-10EC8F8DD7A8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57B70302-9B6D-54CE-D3DD-A30967253208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49D3EE3-E46D-CB82-2A27-10BC9E633A9D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086A2007-BA3D-097C-9D35-69C2B92AFD50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2DB4F240-B684-6919-4AC6-AE0D69DA336A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84BA062F-E361-A9BF-6041-466373F18872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967FF3C-F5F5-AA5A-283B-837AA045CCFE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F76E4C3-1C2B-8E51-2701-115783A59A27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D4270406-77CF-4B2B-9BBC-D9F712960C88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2528798-B19F-9EC0-5EF5-7BF8DADC55A6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447C6F0-480B-C72A-870E-3074BFCBB0E3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08CB5BC7-BD3A-AC15-3E33-7259426E6130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32365F8-3724-64FB-7FB2-88817894E09D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96B2E3FE-7F7F-3C2E-2A14-9869DC660D1F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00638DBB-2D30-9A3C-ABA3-47E6177D1E7C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CD52280-3FB3-29B6-9C66-BD8884A01482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17CBE903-9D00-1B36-B4D9-E5F4054ABF79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8A931C1-E672-B78F-D098-0AE601A98E94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3D4AA9F1-9610-90CC-45CD-8F7E435C6ED0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7B2825C2-6CAA-8D84-F6F4-28AD1403360E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02492EA-5FE8-4AE6-7A31-9D7D3014007B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1ADF55AF-0794-461F-98BB-4F20C8B3D5B9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B63C027-E57E-A5EA-081C-441177DF1923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8BDAC744-9DB1-86B3-7852-55372D0EC26F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34C96CD-B03F-6DE2-BD55-169DA82A1C7E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1B113BA6-140C-2EF3-9FEA-4F0245967FF0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2A24F7C-D36C-A7F1-636B-2F027880F5C0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1B6549D0-DE57-8CBB-0F2D-49CB719D4A3C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865C5412-C93A-C9A2-877D-EB0D283ECFAA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984F4683-3135-0FB6-803E-FEA5AC6D3D15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4927B652-0DBC-551A-BD9B-7F01B7C805FE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F5399560-F5B7-96BC-A70C-5D91BBD7F457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8AAD6B92-B015-D21A-B1BA-C0BCF671F046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6A6733D-02F6-C536-3A9C-7CCD157EB799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B4BD11F-C3E8-2EF7-61B7-BAE7575BF12B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3D7F466-0A59-807C-95FA-C8BF84834CD2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C404F0FF-67E3-26E6-D028-2E6CDF4E8EEB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BA6E4573-1A93-ED72-EB4C-9E455AA34284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C8A34EB4-856C-D9A8-29B3-6EF9B8D8AE2A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D5B22243-63E6-C48D-8799-9935244AFC8D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27F94E7-0601-9482-130C-4B05D67CFF8F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62BE2303-4801-BF2D-3C74-6DDE65730185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CF9377DE-DE2E-0005-8A39-7252398CC16F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FAED49D5-C543-5E30-93D1-45A84CFFCE4D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D5AE7995-842D-180B-BF28-C3BC4ED209CF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B3AEA8ED-FF1F-062B-B5C1-FB4FD2BEFF98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7C8C2900-B86E-7B7B-C552-F265E34B65C0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B70823BD-A6F4-5203-CF3A-C61F364C4FCA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C6026AFF-99AC-E602-0217-47BAC5901422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96E4E2E5-94C5-86E8-1196-26CBB21E5A6B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81FFB5B-CA96-0B4C-B772-4A63BCCC9D61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41E8BC94-212B-0F00-8563-966681EBF4DD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C847E29E-3D11-B9EA-0138-416090D1332A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AC37E369-634F-7037-8CCA-DA498132CFEC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FE68F5DB-3263-E357-A2C3-353F321F85FC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242C6F11-8EA9-CA6D-64C6-112311B3DD67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13832782-3C52-47E4-6DFC-70B5ED6D2024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B735588-EB6F-E7A4-37B5-729B564CD3B3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C0F670B5-45B3-804C-7960-07B87CD1907C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3702DDC3-A88A-C9D6-92B6-CC1F79022B90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963C029-3AF6-C6CB-E342-9A1FE97A6D4E}"/>
              </a:ext>
            </a:extLst>
          </p:cNvPr>
          <p:cNvSpPr/>
          <p:nvPr/>
        </p:nvSpPr>
        <p:spPr>
          <a:xfrm>
            <a:off x="0" y="1994034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0D011B0F-1845-9D5F-B3BA-51C79218CD9B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AC5709B2-085F-B2CD-A204-BDF7454C5F84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104DCD55-61F3-86C7-1D10-E782435F8527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F1996C0-1771-EAA8-0809-C46C26DA64CD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2C5835D-BCCF-C0F6-5A8D-A51D1FA3C0F0}"/>
              </a:ext>
            </a:extLst>
          </p:cNvPr>
          <p:cNvSpPr txBox="1"/>
          <p:nvPr/>
        </p:nvSpPr>
        <p:spPr>
          <a:xfrm>
            <a:off x="577847" y="1669803"/>
            <a:ext cx="18209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Financials</a:t>
            </a:r>
          </a:p>
        </p:txBody>
      </p:sp>
      <p:pic>
        <p:nvPicPr>
          <p:cNvPr id="90" name="Picture 89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874CB3BB-B924-81F5-8A75-D18EF995BD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180" y="2247565"/>
            <a:ext cx="5660691" cy="4448342"/>
          </a:xfrm>
          <a:prstGeom prst="rect">
            <a:avLst/>
          </a:prstGeom>
        </p:spPr>
      </p:pic>
      <p:pic>
        <p:nvPicPr>
          <p:cNvPr id="91" name="Picture 9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3538174-F458-410B-F3A9-0DBB653DB6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707" y="2849315"/>
            <a:ext cx="5267324" cy="296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5869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27935-E457-D62A-AB89-2181C2081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C21AAA9-5802-6215-FF28-6AB355BBE5B1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8790E0C-C5AC-F692-EA56-3F7D00381D60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CEDC124-000B-AA58-A3EE-8AE12962C4F0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D5A0BE4-5F89-A031-4E08-71772AE292F8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1A754B-1BE6-E5E4-A5A9-418C9CD53921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20AA41B-BE25-DD50-0543-37CCB5544898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0D1BC9F-AF2C-8875-1695-D4FEAF388499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7EBDE596-8582-87AF-71A6-82831856846E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1F65700-4806-82DA-335D-4BE5C1A6CD2B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4C1DC73-C064-5FDE-706D-CF123461E5EB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1ED8D22-A73C-8E67-E496-67287141D021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E323036-20D4-E882-8138-8BD7037EA000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666D1FE-ACB3-84DB-B6AF-7DEAE3FC89A1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2A61907B-4A91-3F3F-92F9-2D88E98029B5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1ADAAEA-CFC3-2F11-3FE3-2F15D0224A50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42BB7A1-58F6-4608-1186-17AC0A6107FE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A7383E0-B6F6-6483-F58C-1F8F3E5068DE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00EE6D69-BE42-CBF8-4433-EC59E2356E6C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9C6BB5A-5D2C-3F95-0D3B-3C27365DF902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F998E8ED-1CDB-6619-12D2-5E8CDD2A7D8E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3CCB80CE-4430-2337-5271-E506CBC3E92E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02933BB-8AEE-A070-02E8-2136B0E10830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07936DB-D78C-264A-5CE2-C65676A0D13B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9579A1F-0FE7-0072-3B33-727D223124B0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DB06B84C-F841-F410-3DDD-3C88E181FC50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F8BF24C-2B42-2BE1-90AC-0A67363C72FF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CDFA560-D509-1053-EBA2-7F9AC8E8532A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CEDA5744-BE5D-782F-D8D7-43C55994B149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0E327F1A-6818-F537-2173-A980F52772D7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37C92255-9E53-A4CE-3657-64055E3BBEAB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66AE4778-644F-7276-0813-2050DBA411E8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D936BC0-4F0C-BEFE-6A89-53CA2B0EF6BA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71627C4-46B1-8245-E81B-0EBCC12FF948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397B896-1EF3-7499-3B5A-E85D4D97A359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4542C7B-FD1E-70D5-1309-5979F5373FA0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034DE68-37B0-7633-C870-F47C355723EA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7728F3E-430A-94C0-0C7B-358CEC8FD148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E022CE7-1F97-D666-0BCB-FC9E831DC667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E79C3EDA-FC93-8B74-7B06-541DE8C712C7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15CFFF9-66DA-AE27-CA44-DC535CDB5F1C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8937C45-14A9-E9CB-723C-42E642BB52A8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F00D9C0D-6AC7-7312-88DF-1E7D93C4EE32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3229C63-2990-B7A3-2802-ED1CD3D22B87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909D8ADE-CE5D-25AB-D37A-AC023E4699C8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0AB6436F-640A-B1C8-C5A7-26CDE1EE1015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86E96B5C-0253-67E2-EE2C-38785F3A3FA9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0EB3E0B3-CDC6-7849-6A47-9B1966C3DDF1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B9226743-243F-CB25-E2BA-BDF7A22BEBFC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0408E92-9F56-9519-83FD-C558AADD81A2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651AAA4-1B31-00F5-2316-CF772E5BBD10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67B0B068-01C7-59C6-088E-FC548784AF04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2AE59C59-EE18-348B-67BC-05D38649671F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4E57285C-D4DC-17E4-6C65-1270E9759DBA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59D838D-B9E3-21E3-7FDD-AA6D1957D723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0932F009-FDAF-C3D9-2B58-0C967E95F222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CF46902-BD87-F45E-066B-DDF457246484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EA474F61-B6A2-FF51-65DE-F21F9BDEB341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6985769C-5984-A374-EBA6-9F57D70E392B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89D0225F-92F9-FE21-8728-FA258CB856C9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5609A2FC-0AAE-EBAE-4392-D28CFD30E4FA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8C141888-79C4-FF00-7B1B-25ACFE72F7DC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014BB2A8-AD91-AB3A-5397-2083DD6836D5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B29CF340-982F-FD1E-83E3-45339EEDEC1F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368AB40D-77EA-C0AF-D670-D896BFA33178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598718A-0024-DEF0-F7EA-98B7A87E7FA5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5FEE08B-CF96-A237-19DB-F4FE78ECE4C5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2C0612C2-12DF-911F-8007-A022869FC1F3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AEC54301-BDAD-32F5-18F7-8105682AF25F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2CBB3110-5737-3F0E-7134-6C7BD9990507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E3FBE021-5B77-F990-8402-7A28E3C53B6E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557248DB-04E4-DDF4-6A6B-534F21797A28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54EF925E-AEA2-8D5B-F511-EEF75AF659C9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9658879C-01DC-4A77-8B9E-129ECBC96C0B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DACC0E89-7F86-95B8-A3FD-459B3036B3BD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BC9D53FD-05A2-312C-C841-8D6466BF7D9D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675C2E01-8A64-DFBF-84E8-1FA833395909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F4105FB4-1F19-35D1-8716-22C1AC2694F2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617308C9-9A97-AABF-E4BD-83237702D537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F8372307-676C-B46F-3AD6-866B54883E5F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3560BF96-8DD0-13B4-922E-2EE7BD205346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077B8FBA-277F-CC9A-6BF3-748D99B0ED87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ED1F34DF-063B-8CF8-4603-7B832BD7C77A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F9A3AB1C-F828-CB86-AF24-718E0C0B54EB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A71DF5D7-C237-795E-BEDD-A1415D0B551E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8BDA9CEF-9EC1-4B4B-BAE3-AE991FE2548F}"/>
              </a:ext>
            </a:extLst>
          </p:cNvPr>
          <p:cNvSpPr/>
          <p:nvPr/>
        </p:nvSpPr>
        <p:spPr>
          <a:xfrm>
            <a:off x="0" y="1927192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7B0F548A-3D95-EA0C-FE4E-4D99717B76A3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E9E63ED2-FA44-61BD-DCE9-0920F5A0458A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2B93B0FE-6712-9342-288B-95402314CAD4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73BC6F9-ED03-5EF7-396B-6CDFE3D8EBA0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FAF6B2-EF42-DF02-9B6E-6D8312B4EF95}"/>
              </a:ext>
            </a:extLst>
          </p:cNvPr>
          <p:cNvSpPr txBox="1"/>
          <p:nvPr/>
        </p:nvSpPr>
        <p:spPr>
          <a:xfrm>
            <a:off x="553265" y="1460866"/>
            <a:ext cx="303744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Customer Research</a:t>
            </a:r>
          </a:p>
        </p:txBody>
      </p:sp>
      <p:pic>
        <p:nvPicPr>
          <p:cNvPr id="89" name="Picture 88" descr="A graph with different colored rectangles">
            <a:extLst>
              <a:ext uri="{FF2B5EF4-FFF2-40B4-BE49-F238E27FC236}">
                <a16:creationId xmlns:a16="http://schemas.microsoft.com/office/drawing/2014/main" id="{2E2276C5-49DC-965D-1FC4-44550329A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03" y="2292543"/>
            <a:ext cx="5712240" cy="3243421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A2A09222-D35B-4681-9DB7-8057A1D5F8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003" y="2293528"/>
            <a:ext cx="5701479" cy="322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91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F4D48-FB44-291A-475D-EA488E756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3404EC7-79C3-0219-5103-A312A6E37D8D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6635DD-F162-9D48-DAC6-606684A66494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9C88C3B-0E1E-E0BB-39B9-C091D55D1E82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44F1298-964A-6B0B-6D3D-D57ECFA8D22C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9D8AE7-9693-20BD-E64D-4E348AE40019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BECDDCC-3FD9-8651-2005-90CD1179294D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06B318-D848-CF7E-9B3B-5F5311D2B06E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39F7857-F913-1636-8A20-B0FB3CC6FF9E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3F906FE-67C5-6939-8B58-7D2BCFC7CA70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F0E7883-75D6-052F-D161-FD3BC118929A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CE0C709-3228-E475-D02A-1447900A6C8B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0A40344-F2A5-F276-335F-E58FC0724863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F41D9DF2-BE8D-BCBE-D6E3-A772B586BB56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2A626D3-2051-B237-D789-AA9A36ED8E5E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759BCD2-EDD0-4403-E642-EC58C2A4A9F6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29D4FD0-814E-38A0-E9F5-279BD8F47F52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45C9A9E-0809-469B-BE89-E7F93C18ECB6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BD12D3B-E133-9DA2-7C73-EF8B9B4565CE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22A94C2-2FAD-244A-714B-77ADD1E770E6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BC30049-D0FD-4C54-B667-83609E4C2F9B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16806F0-2270-35F7-DAC3-0EEE73529EC5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267AF892-60A5-07AA-F57D-762A026DAA06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7834DED-0212-9C57-887B-B5945A4EE09B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DE56F82-250E-B7BE-EC59-82F3985FAC6A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833BC2B-1925-490B-903E-EB9EBD985D8E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7520E3D8-6460-8446-202C-3E690EC54364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F812507-61F6-23DC-45C6-F8BD98600CB3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5F84E7EA-311A-8A16-71C9-4A7E9D3A20EC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054FB22-5232-4DF1-76D4-9397A0C96372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FF9FD068-E9B5-93B4-5A12-346CA6E3A32B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C0FCEB5-769B-2E2E-8D18-4750783C43E4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9B5B68CC-839E-93FE-C860-8A375229C45B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29A964B-CF7E-7E57-E905-704914911536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9631BE62-23AC-7884-897D-874726B4A749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5CB17A79-8DE5-871F-4230-253EA3C99E27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A4C1FA4-D02F-367E-6F87-E2FF84F9ABFF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0D4B1372-41C8-C89D-E9AA-52B4C865ED9F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629CE545-EED6-700C-1683-E9044943135C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31F8A2F-723C-24B3-622F-22411DEE695A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D20B1FF-B23C-30B7-9847-DC5460652D35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ECAFD80D-BC7B-3C6D-C380-02042224B2D4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22456DBD-C75E-6AAA-CB7E-B71A3EE9C93F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79AFAA4D-714D-7F7F-AB60-A26E31DCEF99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8EDB0694-AB57-FC41-1681-B4F1D865FE55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E4778139-C55F-FEC9-ED15-F29F2DAC6095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F8FA701-46E5-3703-284A-45140981EC2B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DFA69259-520E-D9E3-DF4C-7B0CCA6BF2AF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A9AC9AD6-A763-1AA9-D369-AF943E85C492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CFF585DB-85AE-DD68-E0E9-9955667F25F0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27DD796D-86F1-E7B7-3FF2-783B1D51BA9E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0D1ABED-AD52-2562-AE85-9147CB529A80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81D140EB-1473-F764-A2CA-CF309CBD3C95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CB22AB29-CF87-5759-7A7F-FDD89A2FDCA7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5F0903D6-552A-E9DE-44D6-C4C7DED6ABE2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2F0C2513-B0B5-3CD9-2D6E-B72428FBB515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660E55B5-AF6D-7140-E095-F8ECED4F16FD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028F5995-91F4-3622-FED9-794D25A625A0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AC35C1BB-DB45-BA0C-52F6-51940843478E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546E446C-5A67-D200-969F-EF831414EF4B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B094B01A-AF2B-E513-6FE0-5273C581DF7D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E764F2C-AD49-6D70-C369-9AEBC3AE024A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FCD8D4E-D183-B12A-1E53-09F510A82952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1B17D8FC-093B-8096-BC18-12CFB758CEB8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A6E6E05C-826C-B386-DB95-BC1FB6060B11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C492D73F-1545-DF12-98BC-AE90CB40855D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DBE82F94-AD26-E683-EAE8-C3C8CB55AF1B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62F34CF8-3A17-2903-8B6F-85C474661ABC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CF30F65-E137-E7EE-10BF-AE8D96B75DEF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EFFB8C46-3103-0536-77C5-3285A6F641C7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D172BA02-9257-EEB4-353F-73AF2C0BC9A4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CD578BBD-1D78-EE63-FA28-F76E56C5E91F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AA9A85F4-74A0-EB03-DF3D-7090FE0FD31D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47BADD45-E0A0-725A-807E-5F5EA74D3A3D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C4D73F46-974B-5E33-8EB7-E44151BDA0DE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86D28BC-82BB-04A6-A395-9239BBCF5A8E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E9D2EE07-2B1C-9286-21B1-10737A039B6F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638CB886-FB08-D944-E543-431E5D49D001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0A3678B9-1962-E3F9-1C85-F068C7A5C996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20088C63-5EC4-B78A-93BF-79445EAEB43B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EF88A987-6B23-68ED-EB49-F0D653E9F916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5ABBB30C-540A-935A-92C6-B1ABECADF433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0194111B-8C8D-D902-B24F-C4EE713C745D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B6859E50-88FA-291C-B9AD-97C875975356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152FFA92-9C77-FDC6-229B-08D68BD5B4DB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411C5A6-4D30-95D4-6E8A-45472B374EC6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7FA0C8A3-5365-F3A3-C693-002A2F860BA1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0720B2F8-60A6-4C94-4CAC-BBC2C4EE2002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D93D570B-4F4C-047B-BD17-726CFA75FB9D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5620118-1D0F-E8B1-37FA-C553DEA92D96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3BCE2FE-EB82-9C4E-73B6-F033F6BE3902}"/>
              </a:ext>
            </a:extLst>
          </p:cNvPr>
          <p:cNvSpPr txBox="1"/>
          <p:nvPr/>
        </p:nvSpPr>
        <p:spPr>
          <a:xfrm>
            <a:off x="551110" y="1669802"/>
            <a:ext cx="35588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Competitive Landscape</a:t>
            </a:r>
          </a:p>
        </p:txBody>
      </p:sp>
      <p:pic>
        <p:nvPicPr>
          <p:cNvPr id="89" name="Picture 88" descr="A screenshot of a sports information&#10;&#10;AI-generated content may be incorrect.">
            <a:extLst>
              <a:ext uri="{FF2B5EF4-FFF2-40B4-BE49-F238E27FC236}">
                <a16:creationId xmlns:a16="http://schemas.microsoft.com/office/drawing/2014/main" id="{DEB1D358-4408-3301-C918-59AEC33BA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791" y="2420897"/>
            <a:ext cx="10023986" cy="2669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49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2177D-B66E-8407-3320-E6CEAAE92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DE89DB0-00A1-A76F-269B-FD99FA1B3B6D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67DB7D-AD78-BE2C-A221-E8F1795624A0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583BA7-9364-7E9B-3353-2B61F3AD3489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DC29686-24A4-C5CC-2233-60FB104D257B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DFE538-B719-7192-C38E-BEB0EDE411E3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9B9823C-99C6-6D82-30A5-A75B46D348D1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65498F2-616B-DEE6-56C9-772971E51C21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0DCD1C7-B83B-74F2-AD5E-9ED0D75C4B09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5F0061-99D0-402B-D0E3-220A0865289C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13D3C3E-3504-E8D4-0B35-A4EA95DFEC73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31CEE21-4F63-BC3D-44DC-CEA541EA0747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6917956-0AE1-ACBB-C69F-6ED4715CD509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9A0E6D1-B5C2-1811-E790-EE0084854FFC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69740CB3-506C-E290-785F-D8539DEBFD84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F8EC823-E666-E0E0-CB68-3546CB3BD9F7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3263D5F-FAA6-57B3-EE1E-D6B8692D9473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D98F8B0-0C3B-4863-A434-8A03681A99E8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A2643E4-2769-EF25-EC5E-C16FB69F43CF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A934BBD3-63BD-F36A-9C52-05A85B86CAB6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3AAD5AB-486B-919C-F41C-94C82B08D5A5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8195A962-0420-52EC-8625-D48775814235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1358F212-4445-D098-D8FF-B7957ABE2189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8DC8F1F-AB09-5C70-10E3-BF2C8E6F7AA0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09A8AB7-0BFB-C01B-0260-6B11353C4BEA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60BF7D5-8126-0C6B-DDCD-18DA910E3160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A4132CF-460E-597F-843B-2479FA68DCEC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3FB2355B-A9DB-FA1D-78D8-6E37C717D240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9F26BED-9486-3041-3683-BEBAA4339FBD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E8424A2-2D0B-E539-8CFB-451FCC23259E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B3C6B536-DF79-CD48-FBC7-83BAC210906E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F80BB0FF-F10C-D5CF-A53C-B4732AED62DA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1781A98-BCCF-1ECB-8C58-0AE460E4ADA3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5C64C9E-E7A9-4CAE-CD92-C583466F41D2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85B31692-E51F-9DD9-9D55-08FB7FAB32BC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448D888-2DF6-4A10-A915-B1C069E5ABEF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84AC633F-3F2D-E92F-CF6E-FC17BA3F60E2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1B830791-1F7E-B6C0-3A2C-4CF972ACF990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1CB466FF-25A1-E51D-9125-5234DD2A5DDB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CB601558-9326-2FB7-3F95-2904EBE1ED2E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2FD12369-B189-9E70-FF7C-9D7570C99A7B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ADD09572-B779-75CB-8688-6D132806F366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E24A2A2E-DB83-0710-8F8E-3D0D114B7E67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4E319244-64E8-0221-9A22-0DE96E61B2AF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2C63861-91F1-C7F6-9535-C20AD455E54F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3C7D06C3-5DB8-C472-FBA2-4DD522138B93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74DE5DEA-98B4-9186-B4D3-9DB0051713F2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EEF42B64-FBE2-886D-352E-A5E5A4E39000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E837849C-13DA-646D-6C80-DECCDC3FBA76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3AA2C8DA-8A68-4A54-5266-2C9D9AA6F894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01CD6D3-1050-19F3-01A8-37581BAB7943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7670C3D-3AE2-277F-8F8A-AC9817D1D483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71577995-CC0D-7191-503E-6E653606BC74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AA1D823D-F66E-2148-1774-4D64D4DDA669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CDDD9A4C-E566-7AD7-562C-4D170CE27D3C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C696FCC-94F2-C31F-F8FC-922991002362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710396D0-3EF7-EFA7-6D40-F67A5FE44BD4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4F468DE-1B74-90FD-D1E2-34E1843B6E3C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694311F-EE8A-D676-F051-C266C204C978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373ACE7-2EAA-1098-2085-278460595D25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8D29133D-D3C1-48B5-933F-4EF0401CAEB9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9AC4FB29-D13C-AEB1-34E5-4ACA086B5C25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74D766FD-2AFA-1D33-F72C-55DBE2043413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049210A0-D569-909A-009C-E95B7F1E0B14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8F10589D-5320-EE8D-2A12-75172DED611A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A085F84-B833-CF2F-12C7-41481269C6B9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E9AE886E-DF21-51AA-A52F-1662DA8436F8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860CA99F-D6EA-279D-7002-76CD52F408BB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9B409878-E42C-01A7-D438-02FFF3D89B20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571BB9E0-0AB6-1974-3C66-5D0431AED4CA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9C89E8A6-6D1B-5CE2-693F-644CF7FC7FBE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CC93CF9F-67C4-553F-EC2E-40AB9FD44B33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9BE2C1DC-031E-A6B9-4F54-2B4EFAC70E27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E78A5D2B-51AE-D9E3-72D0-79C9F4161272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86AA2E5C-772B-F047-ED25-2129AC6AA2A0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79B027F9-3C6A-55AC-DA7E-36C41FAE97E4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727A40A3-7AC6-5E80-E093-C228DFFE7E74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BF45CCD-7768-D4BA-F576-1FC711201BEA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4B50F831-ECF6-7471-09C9-5DAB585A0E0D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26A03DCB-2CE3-51CE-2FCF-84FD3103EB84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69A950A5-51B4-76AA-179C-5B8E5C323F5A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ADBB3A72-1E43-7509-EA4D-B7F9F6FB00AB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CD4789ED-A05E-AD99-635C-47B2699829A8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2735C2D4-49CC-EA45-40C4-AA81D2BE38E1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662F01B2-F67B-AD40-BC8F-89EF0640C28B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1F52C84-892A-86B7-57A6-3E1CA64A6B08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BEFA1331-31AC-35A9-39F3-13D642A85820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98A6EF6C-3966-D7FF-F1D8-27A52D1F328F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D1986AE2-6010-6A87-F8B0-D2A1B94B869B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616778D-F34B-59F2-2143-F63499BB9BB3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C94DA47-5B63-FA97-97F5-38998D80481A}"/>
              </a:ext>
            </a:extLst>
          </p:cNvPr>
          <p:cNvSpPr txBox="1"/>
          <p:nvPr/>
        </p:nvSpPr>
        <p:spPr>
          <a:xfrm>
            <a:off x="577847" y="1669803"/>
            <a:ext cx="18209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Traction</a:t>
            </a:r>
          </a:p>
        </p:txBody>
      </p:sp>
      <p:pic>
        <p:nvPicPr>
          <p:cNvPr id="89" name="Picture 88" descr="A screenshot of a graph&#10;&#10;AI-generated content may be incorrect.">
            <a:extLst>
              <a:ext uri="{FF2B5EF4-FFF2-40B4-BE49-F238E27FC236}">
                <a16:creationId xmlns:a16="http://schemas.microsoft.com/office/drawing/2014/main" id="{C729E1A8-BABD-433E-1137-40A2524B9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473" y="2251438"/>
            <a:ext cx="9050423" cy="381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773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7BEFEC-4264-ACE6-4D0D-EC536C052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3C9E4F-47AD-4227-764B-3C86C1CD5EE2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0ACDC3-B8A6-6572-4256-924A530E4262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7050A24-3EA0-8B44-116C-370E9BC1CF2E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864B70-1D9E-84E3-1D8B-197268741E78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8B80DD-CC63-3818-E665-6952BB472C09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4EA5A1D-485D-CCEA-89F3-0E41B08DA865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4391EAB-9D02-E180-E4EB-8B8E865661E2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2E0640E-F033-41DC-DA4E-81DD12DDD365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E4F1AA-0FF3-2A28-D84B-763155EF0BDB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0D45053-3450-7258-EAC5-5349181DC85F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CC2EA73-C66F-E1B6-A930-9625ED434165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B39B222-E2EF-9FF1-C9E4-5C6BFEBC7725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ED95ABDB-6F9D-92A3-28A9-1456DDD6641A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8216DADB-436E-75AD-D7FE-650304F4FE26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B9F1E61-AACA-6140-1DFA-74D7123909B7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73E6C3-0331-C6AF-7F03-63418681288E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1C45FC-C7A2-EC51-4AD5-92318FC0A2D9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EEED3E-5B29-BD6D-5102-71987627563C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F8E5C3F-0C93-AEAB-BB0F-345B4FCB1B91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B5D142-DBE1-5E5B-BB03-811DCC1B9827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7899F245-B288-A3F3-9486-7862FB73A157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E0BD08D-763F-B43A-0CA8-30EEF0E070B9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6BD8F116-13C2-8DBD-14C5-491D39B56F2E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8A50D82-F71F-2352-073C-574478AD39B1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AA8EE52-2501-A6E7-D4B8-F9DDCACF4ECF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88883CFC-04B6-678F-2D9E-3181812E466A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D12B2EE-CBDF-C4C6-AC1E-6442C98A692B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A75E604-4EB6-11B5-F4DE-CCCF188251E6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834309F0-B5A0-F8EE-278D-5B4ABBCFA1CE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17E0005D-4580-9818-D95F-E6546004A681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4910C73-7717-3280-4CB1-EF9524A77087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3E2CB46B-603F-AED7-66AC-781F8EF8EF59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E7ABF891-EA74-8506-8205-9B467653405A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7899FAA-F0FB-E581-5558-DE235B3F3910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20929565-15F9-3B46-7545-B3EA7106A875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F0D8ECE1-AA11-F8E8-33E4-56C943959DE5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485729C7-34F5-27E6-1834-01003BEE1950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5AFD4FCA-1678-50CE-117B-94A61C648385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A6FA0A2-1946-612F-A199-9EF9C5A0E5B4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6F75E10E-9330-7FA3-280C-222A5F67E40D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6C23AF2-0A9A-B1BC-BF0B-D77DABE63A6C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BAFCE81A-C578-4D59-D22F-5B1DBE70B0C5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0AB2C0C5-5420-CB87-0A22-894331932447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8113BDD-E687-4130-C766-C03A866491E1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68E00F34-8D89-6B14-FE53-C8C099890588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7EB7F75-8C01-E532-5B61-DECAA5E3E403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85936B8-CFED-E01C-C45E-E334C12ACA0F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06AA8517-C449-3365-510E-2CCB482EB1EA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A4BDD2CA-3DC2-BA4A-7631-7E80B3127941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57E3100-AA27-877B-650E-E182690C404A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9DE004A-3C60-91F4-BAA3-4383CC26BD21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0B2F9E9E-CBB0-32E3-0CEB-F5F11579CCA3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726413A4-8642-0E2D-9778-3CDBF8AA0695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17F65B22-EAA9-4335-793F-BF042A9CE567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85A6A77D-2CDF-501A-1686-EAAD92693B03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C9DDDBAD-8F0C-5781-BA54-7DB043FC5483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6FB3077-358E-785B-40F8-38977FDD5225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39F1C587-19D3-68C1-05D8-0B3C1FA8492F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309DB79-1DF2-BB5B-45DB-8A8D7D6BCE8C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C823ECD-6160-C4B4-592B-9C4010EE1CB2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A9F1F6E6-75F8-B384-37D7-227C22B4025A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39C0BD54-7710-19CE-23B5-866664FA2381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5FA5A67D-11FC-16F2-3913-BD8A4A863E71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2B64A09-DC6B-1278-3EC2-88D3331E9223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7150462-441A-086C-4E82-8B1FE34BB046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159EF030-2A61-A728-E9F0-DEA457450A7F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665F9AEE-12BF-9E23-C8C2-B6F991A94515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538E9EAA-E150-66CB-0722-0B0C1A40F873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38611D60-3958-08C8-1689-A7A6FF0F9CCF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C3EB915B-A0C3-362A-74F0-1832147564E4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198863CD-651D-1824-656F-D353B95C4181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4615208C-EC3A-EA3C-FDAA-281F2F857D14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0002A50F-E1B3-E919-BB96-C188DC7E0392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A4B65453-424E-3D5D-EC02-14A12514EFE6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57B162C1-74A9-70B9-F77B-0C005E3F61BF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D4D9860-10E1-77E0-56C7-A890C9AEEEA5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4521518-E72F-9225-5F56-943B8232B83E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13BDE1C1-5FFC-5B37-804D-5D9122F630F3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35E64E3C-5873-BD6E-FA05-11973ADE4C2B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6C40C41E-13D8-AF3E-371F-F1CD486980A2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30FF17C9-CD2F-18E6-4F99-935A6BF9F2B2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9ECCEB79-C594-C930-4C9C-497C2A6E7C63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41F0EDF1-6E1E-1A38-4980-7CF989AD4954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E7957A9-7B30-BD0B-651E-D50204C88E5D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460BA5D5-8CDE-1770-0FBF-9ED8989A1CC5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D82ED0CE-B0C0-DA81-2DFD-913231C57C02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D0344428-611C-B3AA-E732-F23E37A6CB67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25E25AC1-6FA6-354E-3FE2-1EA215438530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E047D89-3131-3F01-B696-59F4B1A3B179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5EE25B47-76C4-79AE-40BF-39756C6E3D47}"/>
              </a:ext>
            </a:extLst>
          </p:cNvPr>
          <p:cNvSpPr txBox="1"/>
          <p:nvPr/>
        </p:nvSpPr>
        <p:spPr>
          <a:xfrm>
            <a:off x="524373" y="1429170"/>
            <a:ext cx="343849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Marketing Strategy - Timeline</a:t>
            </a:r>
          </a:p>
        </p:txBody>
      </p:sp>
      <p:pic>
        <p:nvPicPr>
          <p:cNvPr id="89" name="Picture 8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66034A7-4C2D-CC73-629B-60F15B60A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946" y="2371754"/>
            <a:ext cx="8488949" cy="362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17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A1571-6F0C-0DCC-C3FA-9BC79F930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D8D82D3-6779-C524-FCB3-2AA06E546765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DD436E-3E14-261C-88C2-634248A85BE3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7CD1193-E3FE-CABE-B52B-27806AED7426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F8E170-7AFE-6B77-2707-E3784E072AEA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69C81BE-4F39-4C8A-D123-651A998395C6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9F00AA5-8BA5-E2F9-351E-D32254E95B5B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2B519D7-51AF-CE5A-2716-94CAD728B7D9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581FAC-2864-B860-01C7-04220A625DF1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AE4D6A1-8482-9CC0-E946-AD4AFEF53993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68DED28-D0F1-21F4-138E-CE9592959E81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7DFA0A7-7852-4905-F81E-85DB119AF367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CB12577-99E0-7E01-7FD3-16A484ED02C0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A37735A-22D2-6DC9-0990-EFD5346A6874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5BA46A7-25CE-0A82-C2B1-3F1AD61BD9F6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5485726-2337-E7B2-1FA3-E4B4EFD3E96B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2E676AB-8D4F-D5A0-538F-7E46BE0866BC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6E9627C-6E64-8479-509B-03D2EBFD0798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C13DF9-76F7-61BC-0A6A-3C376077B7EF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997B32F-266F-0195-661F-6EC8CD1B7362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8E45AEF4-E848-316F-DDA1-B7A12D83E077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D96A9752-F0AA-72BD-765E-551F0E55652D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26E3E0A-C82B-6ED5-DAA3-E01DDB1C5784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82764E9-0EA2-62DB-17F2-6ECE5B5BAB8A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94769DFD-1F04-D253-25CC-EC7C314AB541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396706D-85A0-5B90-D167-FB451E590266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47EC4751-4DED-371C-C4D0-578D2D7B4B0F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F93AAE3C-F8F5-6D9D-380E-DB95BC63DAE5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8619E98-6BCF-2DCA-1B59-14A5553D935E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4EB172D9-7036-1721-35B3-5C45BCAE8AB8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2470C25D-9581-C3C9-8E16-53B611A66706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2214B77-D8B4-2AC8-137D-004E7CFE53E4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4F006D57-A720-EFA4-9C2F-053CBAAA3215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40157319-9389-135D-D471-07406A97F72D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ED40891-FB05-B99A-48EE-9396B4145AC1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16971CC-9D1C-0110-E281-9760B485021D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F7D6D09-2166-7AD5-23B4-CCDAB2F98AFB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795ACDF6-4B79-B8FA-A4DF-521D3FDC4DBD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19F756E-F86C-0941-8541-72548C013881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782C05D3-638A-FB7E-D42A-FFB2D4504E21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10C96367-713B-33D9-BC48-BB0459E818DF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16D0EFB-86F3-5852-D61D-3592ACF62A6D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FF93B54-1B64-DC6E-BA5D-6316FEEB35E7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5636821-B4B5-2B64-DFA2-60D5E63F0BEC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45562DD-EB99-92A4-9851-AB5BD45C5E04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1DCDE7C3-06F2-42DF-ABE4-F80F056758E1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BB67627E-5931-88FA-4A19-8008D52ABB22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C2FF29DD-17B7-6FC3-347A-64CD75EFF1C8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34962197-16C4-6F97-CD31-DF07941EF680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8EF62745-D494-B937-15C3-2624F07B9A01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DA9D0EF2-0B31-90A8-C61B-6546274E5B3F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C07BED6A-9513-EB7C-72C3-385A9BE7ED03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C5127032-6554-7CD6-0B8E-3C1AB3BB6842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116C4062-2353-2BCE-098C-443AA70DEA94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FEBD8817-75AE-5682-5736-F4FF83870754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C1A0A37-8E57-43B2-3317-E68378711EEB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A2D1D808-BA9D-838B-EF48-8F349C66FF3F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49E0A9D-2897-DA43-722A-2FA52804867E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E86182C9-7757-D085-1562-EB5A099FECCD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C4F7BC21-C8B2-D049-08AD-D246C1081A9A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76D50D9A-577C-85ED-7435-3EA78C031A28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F20192E3-558E-B7FE-B130-19DAC5FA32E6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F89CB4A1-6B1C-4344-EAF3-CA2DEEC11D7C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A3FF5582-6F1C-CF6D-7E21-7D9F0007EA7C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466C6DA2-6783-3625-083D-B4D949A1AA48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E0054B0B-7DFE-F64F-B7EA-7A50C6D9D017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4807BAED-3F94-D778-B435-D364A1E7BEA2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72045A0E-15E2-8FFF-83FD-8EEDCA6DD463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878534D1-BD5F-DAFC-62E4-7B948DE0FE9F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827BF2D6-11B0-66A2-C8A6-E24ACC44E534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6D4AA56D-DB90-FB2F-998F-565826AD797B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FBBE901C-768F-BEF5-C85E-8653A81470D8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3EA4D690-C5E5-0556-8C05-42D0E9223AAE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0B48981D-A8DF-9486-3DB3-8F78E253A813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AF6B10AD-2A78-EDCA-E794-9E5C651B7959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D34C24B0-CD44-08BF-CB75-56AA770B0855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2F6F9608-EB99-CB14-BD5B-18DFA84518BF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1A20CBCC-E603-38C0-1020-CE198FB799E3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F890929E-EE0C-A456-5114-6152D2F74DD9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F3B0107D-AA4A-4625-A483-C727F4180C95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3B2732C3-C135-7A76-900F-C84A39316812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7919DD27-23F5-7C78-13DF-E2FAADB65C3D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3FDEDE53-D3C0-B833-CCC0-73EA22758187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4B0E5E5A-0224-A648-0D95-BE82A05E0339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525BDD39-B79E-C086-86F6-602DFDB9E37C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EBB7A82E-458C-D735-F30B-CB5772780699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C8722F48-C9A4-D233-2899-23916DF2D9E3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CAF276EE-D991-8E9F-74F0-EF5A0D2096ED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AF0F560D-C725-9B4F-7001-8E7744B1D51F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13A0570-6116-2249-F344-A89ED88347F4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8020B09-CB22-E801-FF6D-003F129FA203}"/>
              </a:ext>
            </a:extLst>
          </p:cNvPr>
          <p:cNvSpPr txBox="1"/>
          <p:nvPr/>
        </p:nvSpPr>
        <p:spPr>
          <a:xfrm>
            <a:off x="604583" y="1589592"/>
            <a:ext cx="301070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Data Integration Details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89" name="Picture 88" descr="A diagram of data integration&#10;&#10;AI-generated content may be incorrect.">
            <a:extLst>
              <a:ext uri="{FF2B5EF4-FFF2-40B4-BE49-F238E27FC236}">
                <a16:creationId xmlns:a16="http://schemas.microsoft.com/office/drawing/2014/main" id="{E80931D2-1847-98C1-CCB0-D852C10A1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631" y="2656703"/>
            <a:ext cx="9170737" cy="338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712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674BF9-35AC-4C2C-88BE-A17D441C1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5D814F3-1AA8-10B6-D597-C7CA53B54A57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E699AC-3699-FC1D-54BB-ED2C839ACEA8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EAC52D0-37DF-B298-6DAB-3C1800F2A5AF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1443723-F96A-106F-B01C-8E8626046EAD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F6B753E-52DA-AAE1-9685-72678B735784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AFF1422-58B4-D93B-1B07-1CB65791765C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887ECFD-074B-5CE0-5F45-9ECF3F917E24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87AD1FD-A3A0-9F6E-61FA-47A964523AAB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92550C9-3538-5A1A-CDEB-DE42E9647F16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7F07143-BD11-B2C9-6ECE-45D9A09A7321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B0FC692-907C-AD0D-BC67-E919983520F6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FEF309C-E747-0954-F2EC-6784F46A19D0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EFF451D-772A-A8E5-35DB-2036ED9D4259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46EFA79-D9BF-CB6F-CA99-A7571FC4FB30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EC5DF2-5FF3-EA20-352A-07C943926F68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EC908C3-CECF-E0F7-42BF-84EFDB4D88B8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B743792-06AD-2DED-12DB-682B1F0AA078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950BD335-C350-77F5-27A2-4D9F9D7F3AA6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C30C293-8083-84FF-643A-E3971639296E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5543EC9-CE54-58D1-A3C9-9C398D854A02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CEA1FB7-D43E-E8D5-242F-DB44CBBCBEC2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200440A-0EE7-2121-6FC6-04EB3506F958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B28BBE-AC16-B3C7-C783-C9B3D43FD101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4BAB8DC-E73A-4EE3-829F-7095256FF6E7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C2C7647D-429A-92DA-2E83-7BA8766D4C38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CFA7CFC1-2BFD-3A23-D528-916398E12B8C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EF0BB663-A9AF-3673-AD96-AF05926D4A68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7B72E405-8F46-7ABC-2EA4-15F2184B5E1F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9B2BA0E0-2208-81AF-5B34-C74850DFF979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9905F222-56B4-21A0-80C7-70D76B92A38C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0054710-CA1F-45E6-F700-025048F05590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A8C1C8FF-3ADA-FA74-8CE2-6862807B60D6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629A6E1B-82AC-669F-BBBD-6CD0CEBC573A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5D4AE67E-DBC1-7B2A-8951-6BB34276D817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C16F4EE9-B6A9-E147-940A-A8151914CD34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C73C9E88-2BB2-8AE9-D9E5-F04CD8E6AD67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BB9AC98B-CF5F-9A24-F5FB-50488150F0E9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F7222CE2-66F2-428D-018F-D56105247B3E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DD6B7B3-121E-78B0-5754-50C608B3FF87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3CC9079C-19E0-0B3B-30E1-305EF009D95E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3693793A-6CF7-31DE-E1E4-F0D324F52D85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0860FF0C-DC6D-774F-891E-66C7D717269E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EA352191-DAED-F9D0-BA52-79D8B2BB2CA7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5EFBF906-A0F2-A161-8357-95004066AEA0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FB0179FE-7B37-56B6-8AAC-3AAF7BD24DB9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D6D79E4D-33CC-0994-FCE6-91D4F86F0053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7CCAF27D-2E65-95CC-9076-47459FBC3EF0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C7894F86-F503-894E-DF35-49131F8A4F58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9F96A21B-B1AF-2427-0C2E-F869D044B873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0658D586-83CC-EF97-23AD-1F88BB4CFD7D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DFE287CE-2D0B-417B-B3DE-E3E59447AFA2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E1F87C99-82FB-791B-86CF-9C0577026BB0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37AE1DE9-67B0-4524-AC69-39E4190E1679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7D82D713-B786-474E-AE9E-51838BF7B38A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416C7185-41D5-FAF2-E65F-9B97358F0223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B93BFA35-559E-5BF5-2038-254B7C047C62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D9842212-AE19-210E-26FE-05D03F4FAF9C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8D357FC9-68C1-2334-27EE-66B7ED5B1D4B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7136C304-E920-3C0C-4F95-9A3EEE54B673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FF8F6FE8-62C6-5D40-1078-44242CF1D39D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13C9EF4F-44FF-6BEC-BE02-9D8FC539B303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5C38DE2B-B073-B16E-B335-F865AD9CC89A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C2695076-FF4C-72C5-63D9-248D27275FC4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9DA02B30-56CB-43B5-5D43-A16AB07C7C40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38A1DC51-9D6D-82E7-859D-4D46CBECF2A7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3B6ED4DC-70F2-B07D-9FEC-6B8FA70E7A4F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7A71278-E3E9-7944-46A1-9E8E413B54A7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D8293670-79C4-6D8C-41AA-BF7811536A0A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1D20F3D9-A320-2986-CE93-D5129F875F06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5126D75B-D4BF-F49F-BCDB-C16347B4A9DA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BF10A0A5-89DC-9BEC-F0B3-7F709F6650A4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B49B32D3-BE03-AD41-5942-39992F5B3556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065E00FE-166C-AC46-E2ED-76A04A669B9F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974C668C-4462-C4A3-F199-30B41B25497E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03DC8478-E352-4E25-C316-BAD939434D14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3DF8FF69-48C4-5F1E-DF1E-5DD877F8EEA4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88E57CF5-6243-0ED9-C7A1-3E81A33E439D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82B38CC5-04A1-B139-C353-D829A3BD028B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E8F2D91C-4056-09DF-481F-C87E0FFBA403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0C28948F-8A74-4137-F54E-1A881CAB0B98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D38D95A2-A7B6-87E5-DC54-13704A048555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79AC2F82-211B-0CBC-C767-57C5A1EE69B4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BF47D528-24DF-556F-734D-215153E2D4F8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202DADF1-62D0-C2EE-3CDA-6FA5F243D520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BE9D2E04-F4AF-6C43-357D-647915204298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8FDD3A08-C6B2-B07B-14A2-125BAE8624A7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50DF898A-D491-07B0-39F9-54450087167B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EE598139-F277-E023-C6B1-600260FB9540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B87D2AA-B7B9-5746-E415-68E4FA199BBE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057A0C5-D83F-603D-FEB1-1FB52339D815}"/>
              </a:ext>
            </a:extLst>
          </p:cNvPr>
          <p:cNvSpPr txBox="1"/>
          <p:nvPr/>
        </p:nvSpPr>
        <p:spPr>
          <a:xfrm>
            <a:off x="604584" y="1455908"/>
            <a:ext cx="18209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Viability</a:t>
            </a:r>
          </a:p>
        </p:txBody>
      </p:sp>
      <p:pic>
        <p:nvPicPr>
          <p:cNvPr id="89" name="Picture 88" descr="A screenshot of a web page&#10;&#10;AI-generated content may be incorrect.">
            <a:extLst>
              <a:ext uri="{FF2B5EF4-FFF2-40B4-BE49-F238E27FC236}">
                <a16:creationId xmlns:a16="http://schemas.microsoft.com/office/drawing/2014/main" id="{B73F5548-77D2-68A7-A7B7-19E895A18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104" y="2193400"/>
            <a:ext cx="9063791" cy="403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73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65BEA6-562D-9F94-FD17-902C63AF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8BB488F-F804-57EE-0490-24DA89D1C2BA}"/>
              </a:ext>
            </a:extLst>
          </p:cNvPr>
          <p:cNvSpPr/>
          <p:nvPr/>
        </p:nvSpPr>
        <p:spPr>
          <a:xfrm>
            <a:off x="54864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3A07E3-7541-A8FC-C5E6-90E5790B1E0C}"/>
              </a:ext>
            </a:extLst>
          </p:cNvPr>
          <p:cNvSpPr/>
          <p:nvPr/>
        </p:nvSpPr>
        <p:spPr>
          <a:xfrm>
            <a:off x="13716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BC18D6-627D-3C27-5D2B-37BBD7267764}"/>
              </a:ext>
            </a:extLst>
          </p:cNvPr>
          <p:cNvSpPr/>
          <p:nvPr/>
        </p:nvSpPr>
        <p:spPr>
          <a:xfrm>
            <a:off x="21945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11B114F-4D40-CA0F-9D57-0AB165EA770A}"/>
              </a:ext>
            </a:extLst>
          </p:cNvPr>
          <p:cNvSpPr/>
          <p:nvPr/>
        </p:nvSpPr>
        <p:spPr>
          <a:xfrm>
            <a:off x="30175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D88DA2D-AAF6-BAF8-8EEF-E4878D30E6E2}"/>
              </a:ext>
            </a:extLst>
          </p:cNvPr>
          <p:cNvSpPr/>
          <p:nvPr/>
        </p:nvSpPr>
        <p:spPr>
          <a:xfrm>
            <a:off x="38404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DBA7C52-6B1F-808B-0DE7-5B9768B5755A}"/>
              </a:ext>
            </a:extLst>
          </p:cNvPr>
          <p:cNvSpPr/>
          <p:nvPr/>
        </p:nvSpPr>
        <p:spPr>
          <a:xfrm>
            <a:off x="46634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5153134-E929-D84B-69DF-BEB6AA5E97BB}"/>
              </a:ext>
            </a:extLst>
          </p:cNvPr>
          <p:cNvSpPr/>
          <p:nvPr/>
        </p:nvSpPr>
        <p:spPr>
          <a:xfrm>
            <a:off x="54864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9758E92-87CD-47AA-C76F-A99D9DEB33B6}"/>
              </a:ext>
            </a:extLst>
          </p:cNvPr>
          <p:cNvSpPr/>
          <p:nvPr/>
        </p:nvSpPr>
        <p:spPr>
          <a:xfrm>
            <a:off x="6309360" y="5486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CE6534B-A609-A4D0-3236-181907CFE2AE}"/>
              </a:ext>
            </a:extLst>
          </p:cNvPr>
          <p:cNvSpPr/>
          <p:nvPr/>
        </p:nvSpPr>
        <p:spPr>
          <a:xfrm>
            <a:off x="71323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FA39EC0-4701-EC11-958D-6DE97A10FACE}"/>
              </a:ext>
            </a:extLst>
          </p:cNvPr>
          <p:cNvSpPr/>
          <p:nvPr/>
        </p:nvSpPr>
        <p:spPr>
          <a:xfrm>
            <a:off x="795528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7CCD864-3580-0BE8-F9FF-777FEBD9C3BF}"/>
              </a:ext>
            </a:extLst>
          </p:cNvPr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3AFB115-0D9C-9FF6-48D3-E1453B4FB751}"/>
              </a:ext>
            </a:extLst>
          </p:cNvPr>
          <p:cNvSpPr/>
          <p:nvPr/>
        </p:nvSpPr>
        <p:spPr>
          <a:xfrm>
            <a:off x="960120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DFFC031-8626-286E-FBB9-9D366605B15F}"/>
              </a:ext>
            </a:extLst>
          </p:cNvPr>
          <p:cNvSpPr/>
          <p:nvPr/>
        </p:nvSpPr>
        <p:spPr>
          <a:xfrm>
            <a:off x="1042416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ADCFBC9-B1B1-4986-F30F-78840340B109}"/>
              </a:ext>
            </a:extLst>
          </p:cNvPr>
          <p:cNvSpPr/>
          <p:nvPr/>
        </p:nvSpPr>
        <p:spPr>
          <a:xfrm>
            <a:off x="11247120" y="5486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DE1D806-F367-3FCC-2D96-65C22F2E13A8}"/>
              </a:ext>
            </a:extLst>
          </p:cNvPr>
          <p:cNvSpPr/>
          <p:nvPr/>
        </p:nvSpPr>
        <p:spPr>
          <a:xfrm>
            <a:off x="5486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D172D8F-86DF-75B2-9480-A76C8A1AF00E}"/>
              </a:ext>
            </a:extLst>
          </p:cNvPr>
          <p:cNvSpPr/>
          <p:nvPr/>
        </p:nvSpPr>
        <p:spPr>
          <a:xfrm>
            <a:off x="13716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126800-9578-52AE-E965-7AE767DB9F02}"/>
              </a:ext>
            </a:extLst>
          </p:cNvPr>
          <p:cNvSpPr/>
          <p:nvPr/>
        </p:nvSpPr>
        <p:spPr>
          <a:xfrm>
            <a:off x="21945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115EB55-6A5D-781B-75DC-956BF57B5393}"/>
              </a:ext>
            </a:extLst>
          </p:cNvPr>
          <p:cNvSpPr/>
          <p:nvPr/>
        </p:nvSpPr>
        <p:spPr>
          <a:xfrm>
            <a:off x="30175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6E6F436-30C1-539D-6470-9365BC4E3192}"/>
              </a:ext>
            </a:extLst>
          </p:cNvPr>
          <p:cNvSpPr/>
          <p:nvPr/>
        </p:nvSpPr>
        <p:spPr>
          <a:xfrm>
            <a:off x="38404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6C197E31-F306-8096-D9CB-9E8032730F43}"/>
              </a:ext>
            </a:extLst>
          </p:cNvPr>
          <p:cNvSpPr/>
          <p:nvPr/>
        </p:nvSpPr>
        <p:spPr>
          <a:xfrm>
            <a:off x="46634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668B03B-CB07-A7FE-5087-78DB9C8F1AD7}"/>
              </a:ext>
            </a:extLst>
          </p:cNvPr>
          <p:cNvSpPr/>
          <p:nvPr/>
        </p:nvSpPr>
        <p:spPr>
          <a:xfrm>
            <a:off x="548640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713C964B-498A-751E-518B-09C82E19D549}"/>
              </a:ext>
            </a:extLst>
          </p:cNvPr>
          <p:cNvSpPr/>
          <p:nvPr/>
        </p:nvSpPr>
        <p:spPr>
          <a:xfrm>
            <a:off x="63093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9BDDD880-1138-30D1-EE93-86BFBEEB35CA}"/>
              </a:ext>
            </a:extLst>
          </p:cNvPr>
          <p:cNvSpPr/>
          <p:nvPr/>
        </p:nvSpPr>
        <p:spPr>
          <a:xfrm>
            <a:off x="713232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30346513-E683-A0F8-5C44-5128C3030C7B}"/>
              </a:ext>
            </a:extLst>
          </p:cNvPr>
          <p:cNvSpPr/>
          <p:nvPr/>
        </p:nvSpPr>
        <p:spPr>
          <a:xfrm>
            <a:off x="795528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05DCF89F-6AF4-2C53-8304-F7218783F954}"/>
              </a:ext>
            </a:extLst>
          </p:cNvPr>
          <p:cNvSpPr/>
          <p:nvPr/>
        </p:nvSpPr>
        <p:spPr>
          <a:xfrm>
            <a:off x="877824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94EB9018-8CCC-22E5-CBC9-F500C0981ED9}"/>
              </a:ext>
            </a:extLst>
          </p:cNvPr>
          <p:cNvSpPr/>
          <p:nvPr/>
        </p:nvSpPr>
        <p:spPr>
          <a:xfrm>
            <a:off x="960120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C6CC25F9-D8B0-26D8-05B4-1B2D5A89F62A}"/>
              </a:ext>
            </a:extLst>
          </p:cNvPr>
          <p:cNvSpPr/>
          <p:nvPr/>
        </p:nvSpPr>
        <p:spPr>
          <a:xfrm>
            <a:off x="10424160" y="137160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871806DB-5626-B3F9-3A1C-5FFFE803B0F7}"/>
              </a:ext>
            </a:extLst>
          </p:cNvPr>
          <p:cNvSpPr/>
          <p:nvPr/>
        </p:nvSpPr>
        <p:spPr>
          <a:xfrm>
            <a:off x="11247120" y="137160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B681DB8D-C9BA-DD09-722B-090C9FEB1931}"/>
              </a:ext>
            </a:extLst>
          </p:cNvPr>
          <p:cNvSpPr/>
          <p:nvPr/>
        </p:nvSpPr>
        <p:spPr>
          <a:xfrm>
            <a:off x="5486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C9394050-6F0E-DD11-9816-7A3DEFE44F4D}"/>
              </a:ext>
            </a:extLst>
          </p:cNvPr>
          <p:cNvSpPr/>
          <p:nvPr/>
        </p:nvSpPr>
        <p:spPr>
          <a:xfrm>
            <a:off x="13716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6330B19-BFD5-2FBD-C728-64105FCF9BAD}"/>
              </a:ext>
            </a:extLst>
          </p:cNvPr>
          <p:cNvSpPr/>
          <p:nvPr/>
        </p:nvSpPr>
        <p:spPr>
          <a:xfrm>
            <a:off x="21945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627CA0CA-F215-6F36-338B-F20388E3CEE1}"/>
              </a:ext>
            </a:extLst>
          </p:cNvPr>
          <p:cNvSpPr/>
          <p:nvPr/>
        </p:nvSpPr>
        <p:spPr>
          <a:xfrm>
            <a:off x="30175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C4DBA41C-22BF-D5CA-AA42-B6C131DF743D}"/>
              </a:ext>
            </a:extLst>
          </p:cNvPr>
          <p:cNvSpPr/>
          <p:nvPr/>
        </p:nvSpPr>
        <p:spPr>
          <a:xfrm>
            <a:off x="38404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674192FB-6E01-ABCF-4F19-1B075B349FE8}"/>
              </a:ext>
            </a:extLst>
          </p:cNvPr>
          <p:cNvSpPr/>
          <p:nvPr/>
        </p:nvSpPr>
        <p:spPr>
          <a:xfrm>
            <a:off x="466344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0AEAF60-046F-1D8F-58CA-03EC63A0A2A7}"/>
              </a:ext>
            </a:extLst>
          </p:cNvPr>
          <p:cNvSpPr/>
          <p:nvPr/>
        </p:nvSpPr>
        <p:spPr>
          <a:xfrm>
            <a:off x="54864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A78DDB2-3996-EED9-AC25-3E6E9EC150FF}"/>
              </a:ext>
            </a:extLst>
          </p:cNvPr>
          <p:cNvSpPr/>
          <p:nvPr/>
        </p:nvSpPr>
        <p:spPr>
          <a:xfrm>
            <a:off x="630936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334FEA36-89B0-D397-EC71-A25036DA3E7F}"/>
              </a:ext>
            </a:extLst>
          </p:cNvPr>
          <p:cNvSpPr/>
          <p:nvPr/>
        </p:nvSpPr>
        <p:spPr>
          <a:xfrm>
            <a:off x="71323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DDCA7128-A24B-22C7-5697-16AA7E69F1DE}"/>
              </a:ext>
            </a:extLst>
          </p:cNvPr>
          <p:cNvSpPr/>
          <p:nvPr/>
        </p:nvSpPr>
        <p:spPr>
          <a:xfrm>
            <a:off x="795528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3601E017-915A-5122-4676-6DE8FD1030E6}"/>
              </a:ext>
            </a:extLst>
          </p:cNvPr>
          <p:cNvSpPr/>
          <p:nvPr/>
        </p:nvSpPr>
        <p:spPr>
          <a:xfrm>
            <a:off x="877824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56EC2D17-1CD5-B485-36C3-D85EB5F64F38}"/>
              </a:ext>
            </a:extLst>
          </p:cNvPr>
          <p:cNvSpPr/>
          <p:nvPr/>
        </p:nvSpPr>
        <p:spPr>
          <a:xfrm>
            <a:off x="960120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9B7574E-C0A2-6637-5335-79DE81FC92A1}"/>
              </a:ext>
            </a:extLst>
          </p:cNvPr>
          <p:cNvSpPr/>
          <p:nvPr/>
        </p:nvSpPr>
        <p:spPr>
          <a:xfrm>
            <a:off x="10424160" y="219456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DCF84083-E64C-CA28-A52D-2ECAE7419B22}"/>
              </a:ext>
            </a:extLst>
          </p:cNvPr>
          <p:cNvSpPr/>
          <p:nvPr/>
        </p:nvSpPr>
        <p:spPr>
          <a:xfrm>
            <a:off x="11247120" y="219456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985B108C-7F62-41E2-79EE-F1F1CB30EE04}"/>
              </a:ext>
            </a:extLst>
          </p:cNvPr>
          <p:cNvSpPr/>
          <p:nvPr/>
        </p:nvSpPr>
        <p:spPr>
          <a:xfrm>
            <a:off x="5486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B06FBBEF-5B3E-2CB9-D99A-392FB3398F8F}"/>
              </a:ext>
            </a:extLst>
          </p:cNvPr>
          <p:cNvSpPr/>
          <p:nvPr/>
        </p:nvSpPr>
        <p:spPr>
          <a:xfrm>
            <a:off x="13716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5071A3A0-2A56-1453-1B4D-53ACAAAE9D32}"/>
              </a:ext>
            </a:extLst>
          </p:cNvPr>
          <p:cNvSpPr/>
          <p:nvPr/>
        </p:nvSpPr>
        <p:spPr>
          <a:xfrm>
            <a:off x="21945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7" name="Shape 45">
            <a:extLst>
              <a:ext uri="{FF2B5EF4-FFF2-40B4-BE49-F238E27FC236}">
                <a16:creationId xmlns:a16="http://schemas.microsoft.com/office/drawing/2014/main" id="{A7199AF1-7E17-A9D2-E72C-F559B1CCB3E3}"/>
              </a:ext>
            </a:extLst>
          </p:cNvPr>
          <p:cNvSpPr/>
          <p:nvPr/>
        </p:nvSpPr>
        <p:spPr>
          <a:xfrm>
            <a:off x="30175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C37AC7E-5D8A-D468-B559-CF159CDCB0A7}"/>
              </a:ext>
            </a:extLst>
          </p:cNvPr>
          <p:cNvSpPr/>
          <p:nvPr/>
        </p:nvSpPr>
        <p:spPr>
          <a:xfrm>
            <a:off x="384048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24FC688E-3DC4-4ACE-D7F4-CC0C9F50A04E}"/>
              </a:ext>
            </a:extLst>
          </p:cNvPr>
          <p:cNvSpPr/>
          <p:nvPr/>
        </p:nvSpPr>
        <p:spPr>
          <a:xfrm>
            <a:off x="46634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73BA2F75-1FA3-F4C1-B296-3F95C7C6C12E}"/>
              </a:ext>
            </a:extLst>
          </p:cNvPr>
          <p:cNvSpPr/>
          <p:nvPr/>
        </p:nvSpPr>
        <p:spPr>
          <a:xfrm>
            <a:off x="548640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74438084-AEFC-598F-3EBE-107986980B17}"/>
              </a:ext>
            </a:extLst>
          </p:cNvPr>
          <p:cNvSpPr/>
          <p:nvPr/>
        </p:nvSpPr>
        <p:spPr>
          <a:xfrm>
            <a:off x="63093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441CC651-2746-A8C4-B441-F91608348F3A}"/>
              </a:ext>
            </a:extLst>
          </p:cNvPr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3" name="Shape 51">
            <a:extLst>
              <a:ext uri="{FF2B5EF4-FFF2-40B4-BE49-F238E27FC236}">
                <a16:creationId xmlns:a16="http://schemas.microsoft.com/office/drawing/2014/main" id="{39501505-C34F-5FEE-9BE6-7FC5C7C927F2}"/>
              </a:ext>
            </a:extLst>
          </p:cNvPr>
          <p:cNvSpPr/>
          <p:nvPr/>
        </p:nvSpPr>
        <p:spPr>
          <a:xfrm>
            <a:off x="795528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5ECD1EA8-FB44-7686-FC6E-73F79C94F673}"/>
              </a:ext>
            </a:extLst>
          </p:cNvPr>
          <p:cNvSpPr/>
          <p:nvPr/>
        </p:nvSpPr>
        <p:spPr>
          <a:xfrm>
            <a:off x="877824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2EB7C1BA-F77F-8F80-32DA-7069483FDC12}"/>
              </a:ext>
            </a:extLst>
          </p:cNvPr>
          <p:cNvSpPr/>
          <p:nvPr/>
        </p:nvSpPr>
        <p:spPr>
          <a:xfrm>
            <a:off x="9601200" y="301752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53F6B0B9-E692-4AEC-595A-3F8312D48153}"/>
              </a:ext>
            </a:extLst>
          </p:cNvPr>
          <p:cNvSpPr/>
          <p:nvPr/>
        </p:nvSpPr>
        <p:spPr>
          <a:xfrm>
            <a:off x="1042416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95D2E3EA-6411-F640-8526-2EAFE5A12AE5}"/>
              </a:ext>
            </a:extLst>
          </p:cNvPr>
          <p:cNvSpPr/>
          <p:nvPr/>
        </p:nvSpPr>
        <p:spPr>
          <a:xfrm>
            <a:off x="11247120" y="301752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EFA47A45-441C-C830-B108-D855D2F3A2E0}"/>
              </a:ext>
            </a:extLst>
          </p:cNvPr>
          <p:cNvSpPr/>
          <p:nvPr/>
        </p:nvSpPr>
        <p:spPr>
          <a:xfrm>
            <a:off x="5486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59" name="Shape 57">
            <a:extLst>
              <a:ext uri="{FF2B5EF4-FFF2-40B4-BE49-F238E27FC236}">
                <a16:creationId xmlns:a16="http://schemas.microsoft.com/office/drawing/2014/main" id="{CCC7CD51-D6A9-32EA-9156-3DC4C3F6BC13}"/>
              </a:ext>
            </a:extLst>
          </p:cNvPr>
          <p:cNvSpPr/>
          <p:nvPr/>
        </p:nvSpPr>
        <p:spPr>
          <a:xfrm>
            <a:off x="13716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A8518DB4-9D07-C49A-3487-2D4390ABF7C6}"/>
              </a:ext>
            </a:extLst>
          </p:cNvPr>
          <p:cNvSpPr/>
          <p:nvPr/>
        </p:nvSpPr>
        <p:spPr>
          <a:xfrm>
            <a:off x="21945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1" name="Shape 59">
            <a:extLst>
              <a:ext uri="{FF2B5EF4-FFF2-40B4-BE49-F238E27FC236}">
                <a16:creationId xmlns:a16="http://schemas.microsoft.com/office/drawing/2014/main" id="{A288E813-4E9B-8BAF-265A-5E9167138495}"/>
              </a:ext>
            </a:extLst>
          </p:cNvPr>
          <p:cNvSpPr/>
          <p:nvPr/>
        </p:nvSpPr>
        <p:spPr>
          <a:xfrm>
            <a:off x="301752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562445A5-8B80-4DD1-437E-E21C6DA7A5EF}"/>
              </a:ext>
            </a:extLst>
          </p:cNvPr>
          <p:cNvSpPr/>
          <p:nvPr/>
        </p:nvSpPr>
        <p:spPr>
          <a:xfrm>
            <a:off x="38404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3" name="Shape 61">
            <a:extLst>
              <a:ext uri="{FF2B5EF4-FFF2-40B4-BE49-F238E27FC236}">
                <a16:creationId xmlns:a16="http://schemas.microsoft.com/office/drawing/2014/main" id="{4BF9A24C-0C0F-5A4E-F806-1723EA37EE7A}"/>
              </a:ext>
            </a:extLst>
          </p:cNvPr>
          <p:cNvSpPr/>
          <p:nvPr/>
        </p:nvSpPr>
        <p:spPr>
          <a:xfrm>
            <a:off x="466344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9A8866CE-A707-D665-2695-2E2EF3012057}"/>
              </a:ext>
            </a:extLst>
          </p:cNvPr>
          <p:cNvSpPr/>
          <p:nvPr/>
        </p:nvSpPr>
        <p:spPr>
          <a:xfrm>
            <a:off x="54864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5" name="Shape 63">
            <a:extLst>
              <a:ext uri="{FF2B5EF4-FFF2-40B4-BE49-F238E27FC236}">
                <a16:creationId xmlns:a16="http://schemas.microsoft.com/office/drawing/2014/main" id="{FDC3AE36-F299-F89E-94B9-0619A8A849EF}"/>
              </a:ext>
            </a:extLst>
          </p:cNvPr>
          <p:cNvSpPr/>
          <p:nvPr/>
        </p:nvSpPr>
        <p:spPr>
          <a:xfrm>
            <a:off x="63093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7F52A784-2F4B-DE83-7804-9C479445C5BC}"/>
              </a:ext>
            </a:extLst>
          </p:cNvPr>
          <p:cNvSpPr/>
          <p:nvPr/>
        </p:nvSpPr>
        <p:spPr>
          <a:xfrm>
            <a:off x="71323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3001FB39-1435-ABD0-9456-A51F1AAB46EA}"/>
              </a:ext>
            </a:extLst>
          </p:cNvPr>
          <p:cNvSpPr/>
          <p:nvPr/>
        </p:nvSpPr>
        <p:spPr>
          <a:xfrm>
            <a:off x="795528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09226014-7DB8-087F-1998-7E962BEFB725}"/>
              </a:ext>
            </a:extLst>
          </p:cNvPr>
          <p:cNvSpPr/>
          <p:nvPr/>
        </p:nvSpPr>
        <p:spPr>
          <a:xfrm>
            <a:off x="8778240" y="384048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69" name="Shape 67">
            <a:extLst>
              <a:ext uri="{FF2B5EF4-FFF2-40B4-BE49-F238E27FC236}">
                <a16:creationId xmlns:a16="http://schemas.microsoft.com/office/drawing/2014/main" id="{0F8020F6-833B-6C49-8D23-FC9B7C1C266B}"/>
              </a:ext>
            </a:extLst>
          </p:cNvPr>
          <p:cNvSpPr/>
          <p:nvPr/>
        </p:nvSpPr>
        <p:spPr>
          <a:xfrm>
            <a:off x="960120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F26B1BE3-7873-4762-FA43-1E9CFA4A0704}"/>
              </a:ext>
            </a:extLst>
          </p:cNvPr>
          <p:cNvSpPr/>
          <p:nvPr/>
        </p:nvSpPr>
        <p:spPr>
          <a:xfrm>
            <a:off x="1042416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1" name="Shape 69">
            <a:extLst>
              <a:ext uri="{FF2B5EF4-FFF2-40B4-BE49-F238E27FC236}">
                <a16:creationId xmlns:a16="http://schemas.microsoft.com/office/drawing/2014/main" id="{FE286628-6815-03D4-F6C1-7ED9C91DA264}"/>
              </a:ext>
            </a:extLst>
          </p:cNvPr>
          <p:cNvSpPr/>
          <p:nvPr/>
        </p:nvSpPr>
        <p:spPr>
          <a:xfrm>
            <a:off x="11247120" y="384048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C8D6475E-5870-0563-5EE7-D0D10F860C96}"/>
              </a:ext>
            </a:extLst>
          </p:cNvPr>
          <p:cNvSpPr/>
          <p:nvPr/>
        </p:nvSpPr>
        <p:spPr>
          <a:xfrm>
            <a:off x="5486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3" name="Shape 71">
            <a:extLst>
              <a:ext uri="{FF2B5EF4-FFF2-40B4-BE49-F238E27FC236}">
                <a16:creationId xmlns:a16="http://schemas.microsoft.com/office/drawing/2014/main" id="{75A428D2-C3CD-DC36-F306-B578B1DA8C47}"/>
              </a:ext>
            </a:extLst>
          </p:cNvPr>
          <p:cNvSpPr/>
          <p:nvPr/>
        </p:nvSpPr>
        <p:spPr>
          <a:xfrm>
            <a:off x="13716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8AE2991B-A739-A714-D353-78A86AF37180}"/>
              </a:ext>
            </a:extLst>
          </p:cNvPr>
          <p:cNvSpPr/>
          <p:nvPr/>
        </p:nvSpPr>
        <p:spPr>
          <a:xfrm>
            <a:off x="219456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75" name="Shape 73">
            <a:extLst>
              <a:ext uri="{FF2B5EF4-FFF2-40B4-BE49-F238E27FC236}">
                <a16:creationId xmlns:a16="http://schemas.microsoft.com/office/drawing/2014/main" id="{903EAC6E-877E-ACA1-C1D3-B51B24C73C72}"/>
              </a:ext>
            </a:extLst>
          </p:cNvPr>
          <p:cNvSpPr/>
          <p:nvPr/>
        </p:nvSpPr>
        <p:spPr>
          <a:xfrm>
            <a:off x="30175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EA445CDB-8EBE-4632-4DD8-2F7F340954DF}"/>
              </a:ext>
            </a:extLst>
          </p:cNvPr>
          <p:cNvSpPr/>
          <p:nvPr/>
        </p:nvSpPr>
        <p:spPr>
          <a:xfrm>
            <a:off x="384048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7" name="Shape 75">
            <a:extLst>
              <a:ext uri="{FF2B5EF4-FFF2-40B4-BE49-F238E27FC236}">
                <a16:creationId xmlns:a16="http://schemas.microsoft.com/office/drawing/2014/main" id="{3BB86428-4C41-4740-1D5B-1AA7E32A9D9A}"/>
              </a:ext>
            </a:extLst>
          </p:cNvPr>
          <p:cNvSpPr/>
          <p:nvPr/>
        </p:nvSpPr>
        <p:spPr>
          <a:xfrm>
            <a:off x="46634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9C1CC1AB-F230-C304-DE98-508C6AA3F629}"/>
              </a:ext>
            </a:extLst>
          </p:cNvPr>
          <p:cNvSpPr/>
          <p:nvPr/>
        </p:nvSpPr>
        <p:spPr>
          <a:xfrm>
            <a:off x="54864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79" name="Shape 77">
            <a:extLst>
              <a:ext uri="{FF2B5EF4-FFF2-40B4-BE49-F238E27FC236}">
                <a16:creationId xmlns:a16="http://schemas.microsoft.com/office/drawing/2014/main" id="{6750A701-603C-46BE-5B88-3B643D7CC423}"/>
              </a:ext>
            </a:extLst>
          </p:cNvPr>
          <p:cNvSpPr/>
          <p:nvPr/>
        </p:nvSpPr>
        <p:spPr>
          <a:xfrm>
            <a:off x="63093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3A271589-ED3B-5522-D6CD-345BA6928F1F}"/>
              </a:ext>
            </a:extLst>
          </p:cNvPr>
          <p:cNvSpPr/>
          <p:nvPr/>
        </p:nvSpPr>
        <p:spPr>
          <a:xfrm>
            <a:off x="71323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1" name="Shape 79">
            <a:extLst>
              <a:ext uri="{FF2B5EF4-FFF2-40B4-BE49-F238E27FC236}">
                <a16:creationId xmlns:a16="http://schemas.microsoft.com/office/drawing/2014/main" id="{2FA9D914-4BA3-074E-C21B-8CA29916F9F9}"/>
              </a:ext>
            </a:extLst>
          </p:cNvPr>
          <p:cNvSpPr/>
          <p:nvPr/>
        </p:nvSpPr>
        <p:spPr>
          <a:xfrm>
            <a:off x="7955280" y="4663440"/>
            <a:ext cx="54864" cy="54864"/>
          </a:xfrm>
          <a:prstGeom prst="ellipse">
            <a:avLst/>
          </a:prstGeom>
          <a:solidFill>
            <a:srgbClr val="00D67D"/>
          </a:solidFill>
          <a:ln w="12700">
            <a:solidFill>
              <a:srgbClr val="00D67D"/>
            </a:solidFill>
            <a:prstDash val="solid"/>
          </a:ln>
        </p:spPr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A77DECA5-F789-2676-C21B-5859974875B6}"/>
              </a:ext>
            </a:extLst>
          </p:cNvPr>
          <p:cNvSpPr/>
          <p:nvPr/>
        </p:nvSpPr>
        <p:spPr>
          <a:xfrm>
            <a:off x="877824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3" name="Shape 81">
            <a:extLst>
              <a:ext uri="{FF2B5EF4-FFF2-40B4-BE49-F238E27FC236}">
                <a16:creationId xmlns:a16="http://schemas.microsoft.com/office/drawing/2014/main" id="{216B6397-11CB-1BBA-AEBB-32DAE6D54223}"/>
              </a:ext>
            </a:extLst>
          </p:cNvPr>
          <p:cNvSpPr/>
          <p:nvPr/>
        </p:nvSpPr>
        <p:spPr>
          <a:xfrm>
            <a:off x="960120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7E46BCCE-AD36-B2A9-F505-9F53DC6F1617}"/>
              </a:ext>
            </a:extLst>
          </p:cNvPr>
          <p:cNvSpPr/>
          <p:nvPr/>
        </p:nvSpPr>
        <p:spPr>
          <a:xfrm>
            <a:off x="1042416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5" name="Shape 83">
            <a:extLst>
              <a:ext uri="{FF2B5EF4-FFF2-40B4-BE49-F238E27FC236}">
                <a16:creationId xmlns:a16="http://schemas.microsoft.com/office/drawing/2014/main" id="{841075AF-CF30-A909-8815-ACBD65C5C566}"/>
              </a:ext>
            </a:extLst>
          </p:cNvPr>
          <p:cNvSpPr/>
          <p:nvPr/>
        </p:nvSpPr>
        <p:spPr>
          <a:xfrm>
            <a:off x="11247120" y="4663440"/>
            <a:ext cx="54864" cy="54864"/>
          </a:xfrm>
          <a:prstGeom prst="ellipse">
            <a:avLst/>
          </a:prstGeom>
          <a:solidFill>
            <a:srgbClr val="1B403A"/>
          </a:solidFill>
          <a:ln w="12700">
            <a:solidFill>
              <a:srgbClr val="1B403A"/>
            </a:solidFill>
            <a:prstDash val="solid"/>
          </a:ln>
        </p:spPr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2AB37172-FB87-87F7-D17D-C24C09DD95CA}"/>
              </a:ext>
            </a:extLst>
          </p:cNvPr>
          <p:cNvSpPr/>
          <p:nvPr/>
        </p:nvSpPr>
        <p:spPr>
          <a:xfrm>
            <a:off x="26737" y="2662455"/>
            <a:ext cx="12191695" cy="2468880"/>
          </a:xfrm>
          <a:prstGeom prst="rect">
            <a:avLst/>
          </a:prstGeom>
          <a:solidFill>
            <a:srgbClr val="0A1F1A">
              <a:alpha val="95000"/>
            </a:srgbClr>
          </a:solidFill>
          <a:ln/>
        </p:spPr>
      </p:sp>
      <p:sp>
        <p:nvSpPr>
          <p:cNvPr id="87" name="Shape 85">
            <a:extLst>
              <a:ext uri="{FF2B5EF4-FFF2-40B4-BE49-F238E27FC236}">
                <a16:creationId xmlns:a16="http://schemas.microsoft.com/office/drawing/2014/main" id="{9B25CB12-3D41-602D-4203-CADB99EFB098}"/>
              </a:ext>
            </a:extLst>
          </p:cNvPr>
          <p:cNvSpPr/>
          <p:nvPr/>
        </p:nvSpPr>
        <p:spPr>
          <a:xfrm>
            <a:off x="548640" y="457200"/>
            <a:ext cx="164592" cy="164592"/>
          </a:xfrm>
          <a:prstGeom prst="rect">
            <a:avLst/>
          </a:prstGeom>
          <a:solidFill>
            <a:srgbClr val="00D67D"/>
          </a:solidFill>
          <a:ln/>
        </p:spPr>
      </p:sp>
      <p:sp>
        <p:nvSpPr>
          <p:cNvPr id="88" name="Text 86">
            <a:extLst>
              <a:ext uri="{FF2B5EF4-FFF2-40B4-BE49-F238E27FC236}">
                <a16:creationId xmlns:a16="http://schemas.microsoft.com/office/drawing/2014/main" id="{1287BCB4-274C-0ABC-AB40-A4EE0FB64B35}"/>
              </a:ext>
            </a:extLst>
          </p:cNvPr>
          <p:cNvSpPr/>
          <p:nvPr/>
        </p:nvSpPr>
        <p:spPr>
          <a:xfrm>
            <a:off x="777240" y="384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GREENLINE</a:t>
            </a:r>
            <a:endParaRPr lang="en-US" sz="1400"/>
          </a:p>
        </p:txBody>
      </p:sp>
      <p:sp>
        <p:nvSpPr>
          <p:cNvPr id="95" name="Text 93">
            <a:extLst>
              <a:ext uri="{FF2B5EF4-FFF2-40B4-BE49-F238E27FC236}">
                <a16:creationId xmlns:a16="http://schemas.microsoft.com/office/drawing/2014/main" id="{EEE464F6-FFCF-169A-76CC-60F22266DC56}"/>
              </a:ext>
            </a:extLst>
          </p:cNvPr>
          <p:cNvSpPr/>
          <p:nvPr/>
        </p:nvSpPr>
        <p:spPr>
          <a:xfrm>
            <a:off x="6126480" y="62636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94A8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Indiana University  ·  Kelley School of Business  ·  New Venture Planning</a:t>
            </a:r>
            <a:endParaRPr lang="en-US" sz="110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831F03D-6399-2605-B5F2-DC68F4DA6A91}"/>
              </a:ext>
            </a:extLst>
          </p:cNvPr>
          <p:cNvSpPr txBox="1"/>
          <p:nvPr/>
        </p:nvSpPr>
        <p:spPr>
          <a:xfrm>
            <a:off x="579766" y="852060"/>
            <a:ext cx="198949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Appendix</a:t>
            </a:r>
            <a:endParaRPr lang="en-US" sz="3200">
              <a:solidFill>
                <a:schemeClr val="bg1"/>
              </a:solidFill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91C9A6E-F46B-7F36-3AAF-723B25982BB3}"/>
              </a:ext>
            </a:extLst>
          </p:cNvPr>
          <p:cNvSpPr txBox="1"/>
          <p:nvPr/>
        </p:nvSpPr>
        <p:spPr>
          <a:xfrm>
            <a:off x="604584" y="1455908"/>
            <a:ext cx="182091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solidFill>
                  <a:schemeClr val="bg1"/>
                </a:solidFill>
                <a:ea typeface="Calibri"/>
                <a:cs typeface="Calibri"/>
              </a:rPr>
              <a:t>App Info</a:t>
            </a:r>
            <a:endParaRPr lang="en-US"/>
          </a:p>
        </p:txBody>
      </p:sp>
      <p:pic>
        <p:nvPicPr>
          <p:cNvPr id="92" name="Picture 91" descr="A screenshot of a sports app&#10;&#10;AI-generated content may be incorrect.">
            <a:extLst>
              <a:ext uri="{FF2B5EF4-FFF2-40B4-BE49-F238E27FC236}">
                <a16:creationId xmlns:a16="http://schemas.microsoft.com/office/drawing/2014/main" id="{00BC6558-825E-7671-71EA-DC37DCD73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8783" y="164895"/>
            <a:ext cx="4164898" cy="657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89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25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GreenLine — Pitch Deck</dc:title>
  <dc:subject>PptxGenJS Presentation</dc:subject>
  <dc:creator>Rohith Chemitiganti &amp; Connor Donnelly</dc:creator>
  <cp:revision>1</cp:revision>
  <dcterms:created xsi:type="dcterms:W3CDTF">2026-04-27T23:29:00Z</dcterms:created>
  <dcterms:modified xsi:type="dcterms:W3CDTF">2026-04-28T21:14:37Z</dcterms:modified>
</cp:coreProperties>
</file>